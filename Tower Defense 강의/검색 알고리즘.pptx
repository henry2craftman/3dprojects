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62" r:id="rId3"/>
    <p:sldId id="263" r:id="rId4"/>
    <p:sldId id="264" r:id="rId5"/>
    <p:sldId id="258" r:id="rId6"/>
    <p:sldId id="259" r:id="rId7"/>
    <p:sldId id="257" r:id="rId8"/>
    <p:sldId id="265" r:id="rId9"/>
    <p:sldId id="267" r:id="rId10"/>
    <p:sldId id="269" r:id="rId11"/>
    <p:sldId id="261" r:id="rId12"/>
    <p:sldId id="272" r:id="rId13"/>
    <p:sldId id="273" r:id="rId14"/>
    <p:sldId id="271" r:id="rId15"/>
    <p:sldId id="274" r:id="rId16"/>
    <p:sldId id="276" r:id="rId17"/>
    <p:sldId id="277" r:id="rId18"/>
    <p:sldId id="279" r:id="rId19"/>
    <p:sldId id="282" r:id="rId20"/>
    <p:sldId id="283" r:id="rId21"/>
    <p:sldId id="284" r:id="rId22"/>
    <p:sldId id="285" r:id="rId23"/>
    <p:sldId id="290" r:id="rId24"/>
    <p:sldId id="286" r:id="rId25"/>
    <p:sldId id="287" r:id="rId26"/>
    <p:sldId id="288" r:id="rId27"/>
    <p:sldId id="289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250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229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85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10/15/2023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80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92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52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58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48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62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01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69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8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cap="all" spc="1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10/15/2023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1000" cap="none" spc="1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12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75" r:id="rId5"/>
    <p:sldLayoutId id="2147483680" r:id="rId6"/>
    <p:sldLayoutId id="2147483676" r:id="rId7"/>
    <p:sldLayoutId id="2147483677" r:id="rId8"/>
    <p:sldLayoutId id="2147483678" r:id="rId9"/>
    <p:sldLayoutId id="2147483679" r:id="rId10"/>
    <p:sldLayoutId id="214748368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4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 spc="4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4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0" kern="1200" spc="4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4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CA2EAD-E7C7-4F64-924A-52D34FD75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26E24B-0DCA-341B-2185-4368CBC6A255}"/>
              </a:ext>
            </a:extLst>
          </p:cNvPr>
          <p:cNvSpPr txBox="1"/>
          <p:nvPr/>
        </p:nvSpPr>
        <p:spPr>
          <a:xfrm>
            <a:off x="4875975" y="1994400"/>
            <a:ext cx="6307200" cy="2185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algn="ctr"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4800" b="1" dirty="0">
                <a:latin typeface="+mj-lt"/>
                <a:ea typeface="+mj-ea"/>
                <a:cs typeface="+mj-cs"/>
              </a:rPr>
              <a:t>검색 알고리즘</a:t>
            </a:r>
            <a:endParaRPr lang="en-US" altLang="ko-KR" sz="4800" b="1" dirty="0">
              <a:latin typeface="+mj-lt"/>
              <a:ea typeface="+mj-ea"/>
              <a:cs typeface="+mj-cs"/>
            </a:endParaRPr>
          </a:p>
          <a:p>
            <a:pPr algn="ctr" latinLnBrk="0">
              <a:spcBef>
                <a:spcPct val="0"/>
              </a:spcBef>
              <a:spcAft>
                <a:spcPts val="600"/>
              </a:spcAft>
            </a:pPr>
            <a:r>
              <a:rPr lang="en-US" altLang="ko-KR" sz="4800" dirty="0">
                <a:latin typeface="+mj-lt"/>
                <a:ea typeface="+mj-ea"/>
                <a:cs typeface="+mj-cs"/>
              </a:rPr>
              <a:t>Search</a:t>
            </a:r>
            <a:r>
              <a:rPr lang="ko-KR" altLang="en-US" sz="4800" dirty="0">
                <a:latin typeface="+mj-lt"/>
                <a:ea typeface="+mj-ea"/>
                <a:cs typeface="+mj-cs"/>
              </a:rPr>
              <a:t> </a:t>
            </a:r>
            <a:r>
              <a:rPr lang="en-US" altLang="ko-KR" sz="4800" dirty="0">
                <a:latin typeface="+mj-lt"/>
                <a:ea typeface="+mj-ea"/>
                <a:cs typeface="+mj-cs"/>
              </a:rPr>
              <a:t>Algorithms</a:t>
            </a:r>
            <a:endParaRPr lang="ko-KR" altLang="en-US" sz="4800" dirty="0">
              <a:latin typeface="+mj-lt"/>
              <a:ea typeface="+mj-ea"/>
              <a:cs typeface="+mj-cs"/>
            </a:endParaRPr>
          </a:p>
        </p:txBody>
      </p:sp>
      <p:pic>
        <p:nvPicPr>
          <p:cNvPr id="53" name="Picture 1">
            <a:extLst>
              <a:ext uri="{FF2B5EF4-FFF2-40B4-BE49-F238E27FC236}">
                <a16:creationId xmlns:a16="http://schemas.microsoft.com/office/drawing/2014/main" id="{B41629DF-A025-CA78-32C9-FD9B21138C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174" r="31542"/>
          <a:stretch/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54" name="Straight Connector 10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3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B08EB-B3D1-2D66-686F-B3798CBC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검색 알고리즘</a:t>
            </a:r>
            <a:r>
              <a:rPr lang="en-US" altLang="ko-KR" dirty="0"/>
              <a:t> Search Algorithms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C30E6B3-FAE3-1B4F-4F63-478854CB0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7470582"/>
              </p:ext>
            </p:extLst>
          </p:nvPr>
        </p:nvGraphicFramePr>
        <p:xfrm>
          <a:off x="989014" y="1685923"/>
          <a:ext cx="10213200" cy="3841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819">
                  <a:extLst>
                    <a:ext uri="{9D8B030D-6E8A-4147-A177-3AD203B41FA5}">
                      <a16:colId xmlns:a16="http://schemas.microsoft.com/office/drawing/2014/main" val="1390761631"/>
                    </a:ext>
                  </a:extLst>
                </a:gridCol>
                <a:gridCol w="2242147">
                  <a:extLst>
                    <a:ext uri="{9D8B030D-6E8A-4147-A177-3AD203B41FA5}">
                      <a16:colId xmlns:a16="http://schemas.microsoft.com/office/drawing/2014/main" val="3310533264"/>
                    </a:ext>
                  </a:extLst>
                </a:gridCol>
                <a:gridCol w="2033308">
                  <a:extLst>
                    <a:ext uri="{9D8B030D-6E8A-4147-A177-3AD203B41FA5}">
                      <a16:colId xmlns:a16="http://schemas.microsoft.com/office/drawing/2014/main" val="3997490906"/>
                    </a:ext>
                  </a:extLst>
                </a:gridCol>
                <a:gridCol w="2044606">
                  <a:extLst>
                    <a:ext uri="{9D8B030D-6E8A-4147-A177-3AD203B41FA5}">
                      <a16:colId xmlns:a16="http://schemas.microsoft.com/office/drawing/2014/main" val="1276337386"/>
                    </a:ext>
                  </a:extLst>
                </a:gridCol>
                <a:gridCol w="1773320">
                  <a:extLst>
                    <a:ext uri="{9D8B030D-6E8A-4147-A177-3AD203B41FA5}">
                      <a16:colId xmlns:a16="http://schemas.microsoft.com/office/drawing/2014/main" val="4201498583"/>
                    </a:ext>
                  </a:extLst>
                </a:gridCol>
              </a:tblGrid>
              <a:tr h="695770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항상 최단 거리인지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이동 비용을 줄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다수의 시작과 끝점을 가질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탐색 속도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72271"/>
                  </a:ext>
                </a:extLst>
              </a:tr>
              <a:tr h="9758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BFS</a:t>
                      </a:r>
                    </a:p>
                    <a:p>
                      <a:pPr algn="ctr" latinLnBrk="1"/>
                      <a:r>
                        <a:rPr lang="en-US" altLang="ko-KR" b="1" dirty="0"/>
                        <a:t>(Breath-first Search)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05050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Djikstra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392022"/>
                  </a:ext>
                </a:extLst>
              </a:tr>
              <a:tr h="1394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A*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80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515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B08EB-B3D1-2D66-686F-B3798CBC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검색 알고리즘</a:t>
            </a:r>
            <a:r>
              <a:rPr lang="en-US" altLang="ko-KR" dirty="0"/>
              <a:t> Search Algorithms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C30E6B3-FAE3-1B4F-4F63-478854CB0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8593291"/>
              </p:ext>
            </p:extLst>
          </p:nvPr>
        </p:nvGraphicFramePr>
        <p:xfrm>
          <a:off x="989014" y="1685923"/>
          <a:ext cx="10213200" cy="3841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819">
                  <a:extLst>
                    <a:ext uri="{9D8B030D-6E8A-4147-A177-3AD203B41FA5}">
                      <a16:colId xmlns:a16="http://schemas.microsoft.com/office/drawing/2014/main" val="1390761631"/>
                    </a:ext>
                  </a:extLst>
                </a:gridCol>
                <a:gridCol w="2242147">
                  <a:extLst>
                    <a:ext uri="{9D8B030D-6E8A-4147-A177-3AD203B41FA5}">
                      <a16:colId xmlns:a16="http://schemas.microsoft.com/office/drawing/2014/main" val="3310533264"/>
                    </a:ext>
                  </a:extLst>
                </a:gridCol>
                <a:gridCol w="2033308">
                  <a:extLst>
                    <a:ext uri="{9D8B030D-6E8A-4147-A177-3AD203B41FA5}">
                      <a16:colId xmlns:a16="http://schemas.microsoft.com/office/drawing/2014/main" val="3997490906"/>
                    </a:ext>
                  </a:extLst>
                </a:gridCol>
                <a:gridCol w="2044606">
                  <a:extLst>
                    <a:ext uri="{9D8B030D-6E8A-4147-A177-3AD203B41FA5}">
                      <a16:colId xmlns:a16="http://schemas.microsoft.com/office/drawing/2014/main" val="1276337386"/>
                    </a:ext>
                  </a:extLst>
                </a:gridCol>
                <a:gridCol w="1773320">
                  <a:extLst>
                    <a:ext uri="{9D8B030D-6E8A-4147-A177-3AD203B41FA5}">
                      <a16:colId xmlns:a16="http://schemas.microsoft.com/office/drawing/2014/main" val="4201498583"/>
                    </a:ext>
                  </a:extLst>
                </a:gridCol>
              </a:tblGrid>
              <a:tr h="695770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항상 최단 거리인지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이동 비용을 줄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다수의 시작과 끝점을 가질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탐색 속도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72271"/>
                  </a:ext>
                </a:extLst>
              </a:tr>
              <a:tr h="9758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BFS</a:t>
                      </a:r>
                    </a:p>
                    <a:p>
                      <a:pPr algn="ctr" latinLnBrk="1"/>
                      <a:r>
                        <a:rPr lang="en-US" altLang="ko-KR" b="1" dirty="0"/>
                        <a:t>(Breath-first Search)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05050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Djikstra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392022"/>
                  </a:ext>
                </a:extLst>
              </a:tr>
              <a:tr h="1394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A*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80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9738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B08EB-B3D1-2D66-686F-B3798CBC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검색 알고리즘</a:t>
            </a:r>
            <a:r>
              <a:rPr lang="en-US" altLang="ko-KR" dirty="0"/>
              <a:t> Search Algorithms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C30E6B3-FAE3-1B4F-4F63-478854CB0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8864804"/>
              </p:ext>
            </p:extLst>
          </p:nvPr>
        </p:nvGraphicFramePr>
        <p:xfrm>
          <a:off x="989014" y="1685923"/>
          <a:ext cx="10213200" cy="3841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819">
                  <a:extLst>
                    <a:ext uri="{9D8B030D-6E8A-4147-A177-3AD203B41FA5}">
                      <a16:colId xmlns:a16="http://schemas.microsoft.com/office/drawing/2014/main" val="1390761631"/>
                    </a:ext>
                  </a:extLst>
                </a:gridCol>
                <a:gridCol w="2242147">
                  <a:extLst>
                    <a:ext uri="{9D8B030D-6E8A-4147-A177-3AD203B41FA5}">
                      <a16:colId xmlns:a16="http://schemas.microsoft.com/office/drawing/2014/main" val="3310533264"/>
                    </a:ext>
                  </a:extLst>
                </a:gridCol>
                <a:gridCol w="2033308">
                  <a:extLst>
                    <a:ext uri="{9D8B030D-6E8A-4147-A177-3AD203B41FA5}">
                      <a16:colId xmlns:a16="http://schemas.microsoft.com/office/drawing/2014/main" val="3997490906"/>
                    </a:ext>
                  </a:extLst>
                </a:gridCol>
                <a:gridCol w="2044606">
                  <a:extLst>
                    <a:ext uri="{9D8B030D-6E8A-4147-A177-3AD203B41FA5}">
                      <a16:colId xmlns:a16="http://schemas.microsoft.com/office/drawing/2014/main" val="1276337386"/>
                    </a:ext>
                  </a:extLst>
                </a:gridCol>
                <a:gridCol w="1773320">
                  <a:extLst>
                    <a:ext uri="{9D8B030D-6E8A-4147-A177-3AD203B41FA5}">
                      <a16:colId xmlns:a16="http://schemas.microsoft.com/office/drawing/2014/main" val="4201498583"/>
                    </a:ext>
                  </a:extLst>
                </a:gridCol>
              </a:tblGrid>
              <a:tr h="695770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항상 최단 거리인지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이동 비용을 줄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다수의 시작과 끝점을 가질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탐색 속도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72271"/>
                  </a:ext>
                </a:extLst>
              </a:tr>
              <a:tr h="9758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BFS</a:t>
                      </a:r>
                    </a:p>
                    <a:p>
                      <a:pPr algn="ctr" latinLnBrk="1"/>
                      <a:r>
                        <a:rPr lang="en-US" altLang="ko-KR" b="1" dirty="0"/>
                        <a:t>(Breath-first Search)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05050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Djikstra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392022"/>
                  </a:ext>
                </a:extLst>
              </a:tr>
              <a:tr h="1394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A*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?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설정에 따라 속도와 정확성 사이의 트레이드 오프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80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545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72185"/>
              </p:ext>
            </p:extLst>
          </p:nvPr>
        </p:nvGraphicFramePr>
        <p:xfrm>
          <a:off x="2032000" y="719665"/>
          <a:ext cx="7920076" cy="52345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0019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980019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980019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980019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3086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3086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308642"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3086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076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F2C90EC-98CE-9658-8B1C-1B3C66C0A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405770"/>
              </p:ext>
            </p:extLst>
          </p:nvPr>
        </p:nvGraphicFramePr>
        <p:xfrm>
          <a:off x="2032000" y="719665"/>
          <a:ext cx="7920076" cy="52345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0019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980019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980019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980019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3086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3086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3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308642"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6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3086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6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67B081E-4C67-F875-B73F-A963DEDF2491}"/>
              </a:ext>
            </a:extLst>
          </p:cNvPr>
          <p:cNvCxnSpPr/>
          <p:nvPr/>
        </p:nvCxnSpPr>
        <p:spPr>
          <a:xfrm>
            <a:off x="3152775" y="4010025"/>
            <a:ext cx="1885950" cy="0"/>
          </a:xfrm>
          <a:prstGeom prst="line">
            <a:avLst/>
          </a:prstGeom>
          <a:ln w="635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DF67579-35C9-DC82-216E-955922688165}"/>
              </a:ext>
            </a:extLst>
          </p:cNvPr>
          <p:cNvCxnSpPr>
            <a:cxnSpLocks/>
          </p:cNvCxnSpPr>
          <p:nvPr/>
        </p:nvCxnSpPr>
        <p:spPr>
          <a:xfrm>
            <a:off x="5076825" y="2733675"/>
            <a:ext cx="0" cy="1314450"/>
          </a:xfrm>
          <a:prstGeom prst="line">
            <a:avLst/>
          </a:prstGeom>
          <a:ln w="635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DCFA6B4-6BE8-A8A7-7EC1-47CBD0B4C46C}"/>
              </a:ext>
            </a:extLst>
          </p:cNvPr>
          <p:cNvCxnSpPr/>
          <p:nvPr/>
        </p:nvCxnSpPr>
        <p:spPr>
          <a:xfrm>
            <a:off x="5095875" y="2743200"/>
            <a:ext cx="1885950" cy="0"/>
          </a:xfrm>
          <a:prstGeom prst="line">
            <a:avLst/>
          </a:prstGeom>
          <a:ln w="635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4356EE8-247E-5D8A-A6C0-A2286CEE52E7}"/>
              </a:ext>
            </a:extLst>
          </p:cNvPr>
          <p:cNvCxnSpPr>
            <a:cxnSpLocks/>
          </p:cNvCxnSpPr>
          <p:nvPr/>
        </p:nvCxnSpPr>
        <p:spPr>
          <a:xfrm>
            <a:off x="6905625" y="2733675"/>
            <a:ext cx="2124075" cy="0"/>
          </a:xfrm>
          <a:prstGeom prst="line">
            <a:avLst/>
          </a:prstGeom>
          <a:ln w="635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7EB5DB1-C72B-FAB3-9407-5E5A86AABB16}"/>
              </a:ext>
            </a:extLst>
          </p:cNvPr>
          <p:cNvCxnSpPr>
            <a:cxnSpLocks/>
          </p:cNvCxnSpPr>
          <p:nvPr/>
        </p:nvCxnSpPr>
        <p:spPr>
          <a:xfrm>
            <a:off x="9029700" y="2733675"/>
            <a:ext cx="0" cy="1276350"/>
          </a:xfrm>
          <a:prstGeom prst="line">
            <a:avLst/>
          </a:prstGeom>
          <a:ln w="635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469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B08EB-B3D1-2D66-686F-B3798CBC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검색 알고리즘</a:t>
            </a:r>
            <a:r>
              <a:rPr lang="en-US" altLang="ko-KR" dirty="0"/>
              <a:t> Search Algorithms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C30E6B3-FAE3-1B4F-4F63-478854CB0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0308704"/>
              </p:ext>
            </p:extLst>
          </p:nvPr>
        </p:nvGraphicFramePr>
        <p:xfrm>
          <a:off x="989014" y="1685923"/>
          <a:ext cx="10213200" cy="3841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819">
                  <a:extLst>
                    <a:ext uri="{9D8B030D-6E8A-4147-A177-3AD203B41FA5}">
                      <a16:colId xmlns:a16="http://schemas.microsoft.com/office/drawing/2014/main" val="1390761631"/>
                    </a:ext>
                  </a:extLst>
                </a:gridCol>
                <a:gridCol w="2242147">
                  <a:extLst>
                    <a:ext uri="{9D8B030D-6E8A-4147-A177-3AD203B41FA5}">
                      <a16:colId xmlns:a16="http://schemas.microsoft.com/office/drawing/2014/main" val="3310533264"/>
                    </a:ext>
                  </a:extLst>
                </a:gridCol>
                <a:gridCol w="2033308">
                  <a:extLst>
                    <a:ext uri="{9D8B030D-6E8A-4147-A177-3AD203B41FA5}">
                      <a16:colId xmlns:a16="http://schemas.microsoft.com/office/drawing/2014/main" val="3997490906"/>
                    </a:ext>
                  </a:extLst>
                </a:gridCol>
                <a:gridCol w="2044606">
                  <a:extLst>
                    <a:ext uri="{9D8B030D-6E8A-4147-A177-3AD203B41FA5}">
                      <a16:colId xmlns:a16="http://schemas.microsoft.com/office/drawing/2014/main" val="1276337386"/>
                    </a:ext>
                  </a:extLst>
                </a:gridCol>
                <a:gridCol w="1773320">
                  <a:extLst>
                    <a:ext uri="{9D8B030D-6E8A-4147-A177-3AD203B41FA5}">
                      <a16:colId xmlns:a16="http://schemas.microsoft.com/office/drawing/2014/main" val="4201498583"/>
                    </a:ext>
                  </a:extLst>
                </a:gridCol>
              </a:tblGrid>
              <a:tr h="695770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항상 최단 거리인지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이동 비용을 줄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다수의 시작과 끝점을 가질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탐색 속도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72271"/>
                  </a:ext>
                </a:extLst>
              </a:tr>
              <a:tr h="9758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BFS</a:t>
                      </a:r>
                    </a:p>
                    <a:p>
                      <a:pPr algn="ctr" latinLnBrk="1"/>
                      <a:r>
                        <a:rPr lang="en-US" altLang="ko-KR" b="1" dirty="0"/>
                        <a:t>(Breath-first Search)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X(</a:t>
                      </a:r>
                      <a:r>
                        <a:rPr lang="ko-KR" altLang="en-US" dirty="0"/>
                        <a:t>같은 이동비용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05050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Djikstra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392022"/>
                  </a:ext>
                </a:extLst>
              </a:tr>
              <a:tr h="1394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A*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?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설정에 따라 속도와 정확성 사이의 트레이드 오프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80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376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B08EB-B3D1-2D66-686F-B3798CBC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검색 알고리즘</a:t>
            </a:r>
            <a:r>
              <a:rPr lang="en-US" altLang="ko-KR" dirty="0"/>
              <a:t> Search Algorithms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C30E6B3-FAE3-1B4F-4F63-478854CB0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5352258"/>
              </p:ext>
            </p:extLst>
          </p:nvPr>
        </p:nvGraphicFramePr>
        <p:xfrm>
          <a:off x="989014" y="1685923"/>
          <a:ext cx="10213200" cy="3841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819">
                  <a:extLst>
                    <a:ext uri="{9D8B030D-6E8A-4147-A177-3AD203B41FA5}">
                      <a16:colId xmlns:a16="http://schemas.microsoft.com/office/drawing/2014/main" val="1390761631"/>
                    </a:ext>
                  </a:extLst>
                </a:gridCol>
                <a:gridCol w="2242147">
                  <a:extLst>
                    <a:ext uri="{9D8B030D-6E8A-4147-A177-3AD203B41FA5}">
                      <a16:colId xmlns:a16="http://schemas.microsoft.com/office/drawing/2014/main" val="3310533264"/>
                    </a:ext>
                  </a:extLst>
                </a:gridCol>
                <a:gridCol w="2033308">
                  <a:extLst>
                    <a:ext uri="{9D8B030D-6E8A-4147-A177-3AD203B41FA5}">
                      <a16:colId xmlns:a16="http://schemas.microsoft.com/office/drawing/2014/main" val="3997490906"/>
                    </a:ext>
                  </a:extLst>
                </a:gridCol>
                <a:gridCol w="2044606">
                  <a:extLst>
                    <a:ext uri="{9D8B030D-6E8A-4147-A177-3AD203B41FA5}">
                      <a16:colId xmlns:a16="http://schemas.microsoft.com/office/drawing/2014/main" val="1276337386"/>
                    </a:ext>
                  </a:extLst>
                </a:gridCol>
                <a:gridCol w="1773320">
                  <a:extLst>
                    <a:ext uri="{9D8B030D-6E8A-4147-A177-3AD203B41FA5}">
                      <a16:colId xmlns:a16="http://schemas.microsoft.com/office/drawing/2014/main" val="4201498583"/>
                    </a:ext>
                  </a:extLst>
                </a:gridCol>
              </a:tblGrid>
              <a:tr h="695770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항상 최단 거리인지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이동 비용을 줄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다수의 시작과 끝점을 가질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탐색 속도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72271"/>
                  </a:ext>
                </a:extLst>
              </a:tr>
              <a:tr h="9758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BFS</a:t>
                      </a:r>
                    </a:p>
                    <a:p>
                      <a:pPr algn="ctr" latinLnBrk="1"/>
                      <a:r>
                        <a:rPr lang="en-US" altLang="ko-KR" b="1" dirty="0"/>
                        <a:t>(Breath-first Search)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X(</a:t>
                      </a:r>
                      <a:r>
                        <a:rPr lang="ko-KR" altLang="en-US" dirty="0"/>
                        <a:t>같은 이동비용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05050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Djikstra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392022"/>
                  </a:ext>
                </a:extLst>
              </a:tr>
              <a:tr h="1394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A*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?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설정에 따라 속도와 정확성 사이의 트레이드 오프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80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275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B08EB-B3D1-2D66-686F-B3798CBC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검색 알고리즘</a:t>
            </a:r>
            <a:r>
              <a:rPr lang="en-US" altLang="ko-KR" dirty="0"/>
              <a:t> Search Algorithms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C30E6B3-FAE3-1B4F-4F63-478854CB0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9319159"/>
              </p:ext>
            </p:extLst>
          </p:nvPr>
        </p:nvGraphicFramePr>
        <p:xfrm>
          <a:off x="989014" y="1685923"/>
          <a:ext cx="10213200" cy="3841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819">
                  <a:extLst>
                    <a:ext uri="{9D8B030D-6E8A-4147-A177-3AD203B41FA5}">
                      <a16:colId xmlns:a16="http://schemas.microsoft.com/office/drawing/2014/main" val="1390761631"/>
                    </a:ext>
                  </a:extLst>
                </a:gridCol>
                <a:gridCol w="2242147">
                  <a:extLst>
                    <a:ext uri="{9D8B030D-6E8A-4147-A177-3AD203B41FA5}">
                      <a16:colId xmlns:a16="http://schemas.microsoft.com/office/drawing/2014/main" val="3310533264"/>
                    </a:ext>
                  </a:extLst>
                </a:gridCol>
                <a:gridCol w="2033308">
                  <a:extLst>
                    <a:ext uri="{9D8B030D-6E8A-4147-A177-3AD203B41FA5}">
                      <a16:colId xmlns:a16="http://schemas.microsoft.com/office/drawing/2014/main" val="3997490906"/>
                    </a:ext>
                  </a:extLst>
                </a:gridCol>
                <a:gridCol w="2044606">
                  <a:extLst>
                    <a:ext uri="{9D8B030D-6E8A-4147-A177-3AD203B41FA5}">
                      <a16:colId xmlns:a16="http://schemas.microsoft.com/office/drawing/2014/main" val="1276337386"/>
                    </a:ext>
                  </a:extLst>
                </a:gridCol>
                <a:gridCol w="1773320">
                  <a:extLst>
                    <a:ext uri="{9D8B030D-6E8A-4147-A177-3AD203B41FA5}">
                      <a16:colId xmlns:a16="http://schemas.microsoft.com/office/drawing/2014/main" val="4201498583"/>
                    </a:ext>
                  </a:extLst>
                </a:gridCol>
              </a:tblGrid>
              <a:tr h="695770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항상 최단 거리인지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이동 비용을 줄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다수의 시작과 끝점을 가질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탐색 속도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72271"/>
                  </a:ext>
                </a:extLst>
              </a:tr>
              <a:tr h="9758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BFS</a:t>
                      </a:r>
                    </a:p>
                    <a:p>
                      <a:pPr algn="ctr" latinLnBrk="1"/>
                      <a:r>
                        <a:rPr lang="en-US" altLang="ko-KR" b="1" dirty="0"/>
                        <a:t>(Breath-first Search)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X(</a:t>
                      </a:r>
                      <a:r>
                        <a:rPr lang="ko-KR" altLang="en-US" dirty="0"/>
                        <a:t>같은 이동비용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05050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Djikstra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392022"/>
                  </a:ext>
                </a:extLst>
              </a:tr>
              <a:tr h="1394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A*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?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설정에 따라 속도와 정확성 사이의 트레이드 오프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en-US" altLang="ko-KR" sz="1400" dirty="0" err="1"/>
                        <a:t>Djikstra</a:t>
                      </a:r>
                      <a:r>
                        <a:rPr lang="ko-KR" altLang="en-US" sz="1400" dirty="0"/>
                        <a:t>의 확장 버전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80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16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496033"/>
              </p:ext>
            </p:extLst>
          </p:nvPr>
        </p:nvGraphicFramePr>
        <p:xfrm>
          <a:off x="2032000" y="719665"/>
          <a:ext cx="7920076" cy="52345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0019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980019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980019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980019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3086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3086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308642"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3086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653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B08EB-B3D1-2D66-686F-B3798CBC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검색 알고리즘</a:t>
            </a:r>
            <a:r>
              <a:rPr lang="en-US" altLang="ko-KR" dirty="0"/>
              <a:t> Search Algorithms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C30E6B3-FAE3-1B4F-4F63-478854CB0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3804608"/>
              </p:ext>
            </p:extLst>
          </p:nvPr>
        </p:nvGraphicFramePr>
        <p:xfrm>
          <a:off x="989014" y="1685923"/>
          <a:ext cx="10213200" cy="3841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819">
                  <a:extLst>
                    <a:ext uri="{9D8B030D-6E8A-4147-A177-3AD203B41FA5}">
                      <a16:colId xmlns:a16="http://schemas.microsoft.com/office/drawing/2014/main" val="1390761631"/>
                    </a:ext>
                  </a:extLst>
                </a:gridCol>
                <a:gridCol w="2242147">
                  <a:extLst>
                    <a:ext uri="{9D8B030D-6E8A-4147-A177-3AD203B41FA5}">
                      <a16:colId xmlns:a16="http://schemas.microsoft.com/office/drawing/2014/main" val="3310533264"/>
                    </a:ext>
                  </a:extLst>
                </a:gridCol>
                <a:gridCol w="2033308">
                  <a:extLst>
                    <a:ext uri="{9D8B030D-6E8A-4147-A177-3AD203B41FA5}">
                      <a16:colId xmlns:a16="http://schemas.microsoft.com/office/drawing/2014/main" val="3997490906"/>
                    </a:ext>
                  </a:extLst>
                </a:gridCol>
                <a:gridCol w="2044606">
                  <a:extLst>
                    <a:ext uri="{9D8B030D-6E8A-4147-A177-3AD203B41FA5}">
                      <a16:colId xmlns:a16="http://schemas.microsoft.com/office/drawing/2014/main" val="1276337386"/>
                    </a:ext>
                  </a:extLst>
                </a:gridCol>
                <a:gridCol w="1773320">
                  <a:extLst>
                    <a:ext uri="{9D8B030D-6E8A-4147-A177-3AD203B41FA5}">
                      <a16:colId xmlns:a16="http://schemas.microsoft.com/office/drawing/2014/main" val="4201498583"/>
                    </a:ext>
                  </a:extLst>
                </a:gridCol>
              </a:tblGrid>
              <a:tr h="695770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항상 최단 거리인지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이동 비용을 줄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다수의 시작과 끝점을 가질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탐색 속도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72271"/>
                  </a:ext>
                </a:extLst>
              </a:tr>
              <a:tr h="9758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BFS</a:t>
                      </a:r>
                    </a:p>
                    <a:p>
                      <a:pPr algn="ctr" latinLnBrk="1"/>
                      <a:r>
                        <a:rPr lang="en-US" altLang="ko-KR" b="1" dirty="0"/>
                        <a:t>(Breath-first Search)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X(</a:t>
                      </a:r>
                      <a:r>
                        <a:rPr lang="ko-KR" altLang="en-US" dirty="0"/>
                        <a:t>같은 이동비용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05050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Djikstra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392022"/>
                  </a:ext>
                </a:extLst>
              </a:tr>
              <a:tr h="1394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A*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?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설정에 따라 속도와 정확성 사이의 트레이드 오프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en-US" altLang="ko-KR" sz="1400" dirty="0" err="1"/>
                        <a:t>Djikstra</a:t>
                      </a:r>
                      <a:r>
                        <a:rPr lang="ko-KR" altLang="en-US" sz="1400" dirty="0"/>
                        <a:t>의 확장 버전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80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35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B08EB-B3D1-2D66-686F-B3798CBC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검색 알고리즘</a:t>
            </a:r>
            <a:r>
              <a:rPr lang="en-US" altLang="ko-KR" dirty="0"/>
              <a:t> Search Algorithms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C30E6B3-FAE3-1B4F-4F63-478854CB0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3422057"/>
              </p:ext>
            </p:extLst>
          </p:nvPr>
        </p:nvGraphicFramePr>
        <p:xfrm>
          <a:off x="989014" y="1685923"/>
          <a:ext cx="10213200" cy="3841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819">
                  <a:extLst>
                    <a:ext uri="{9D8B030D-6E8A-4147-A177-3AD203B41FA5}">
                      <a16:colId xmlns:a16="http://schemas.microsoft.com/office/drawing/2014/main" val="1390761631"/>
                    </a:ext>
                  </a:extLst>
                </a:gridCol>
                <a:gridCol w="2242147">
                  <a:extLst>
                    <a:ext uri="{9D8B030D-6E8A-4147-A177-3AD203B41FA5}">
                      <a16:colId xmlns:a16="http://schemas.microsoft.com/office/drawing/2014/main" val="3310533264"/>
                    </a:ext>
                  </a:extLst>
                </a:gridCol>
                <a:gridCol w="2033308">
                  <a:extLst>
                    <a:ext uri="{9D8B030D-6E8A-4147-A177-3AD203B41FA5}">
                      <a16:colId xmlns:a16="http://schemas.microsoft.com/office/drawing/2014/main" val="3997490906"/>
                    </a:ext>
                  </a:extLst>
                </a:gridCol>
                <a:gridCol w="2044606">
                  <a:extLst>
                    <a:ext uri="{9D8B030D-6E8A-4147-A177-3AD203B41FA5}">
                      <a16:colId xmlns:a16="http://schemas.microsoft.com/office/drawing/2014/main" val="1276337386"/>
                    </a:ext>
                  </a:extLst>
                </a:gridCol>
                <a:gridCol w="1773320">
                  <a:extLst>
                    <a:ext uri="{9D8B030D-6E8A-4147-A177-3AD203B41FA5}">
                      <a16:colId xmlns:a16="http://schemas.microsoft.com/office/drawing/2014/main" val="4201498583"/>
                    </a:ext>
                  </a:extLst>
                </a:gridCol>
              </a:tblGrid>
              <a:tr h="695770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항상 최단 거리인지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이동 비용을 줄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다수의 시작과 끝점을 가질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탐색 속도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72271"/>
                  </a:ext>
                </a:extLst>
              </a:tr>
              <a:tr h="9758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BFS</a:t>
                      </a:r>
                    </a:p>
                    <a:p>
                      <a:pPr algn="ctr" latinLnBrk="1"/>
                      <a:r>
                        <a:rPr lang="en-US" altLang="ko-KR" b="1" dirty="0"/>
                        <a:t>(Breath-first Search)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X(</a:t>
                      </a:r>
                      <a:r>
                        <a:rPr lang="ko-KR" altLang="en-US" dirty="0"/>
                        <a:t>같은 이동비용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05050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Djikstra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392022"/>
                  </a:ext>
                </a:extLst>
              </a:tr>
              <a:tr h="1394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A*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?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설정에 따라 속도와 정확성 사이의 트레이드 오프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en-US" altLang="ko-KR" sz="1400" dirty="0" err="1"/>
                        <a:t>Djikstra</a:t>
                      </a:r>
                      <a:r>
                        <a:rPr lang="ko-KR" altLang="en-US" sz="1400" dirty="0"/>
                        <a:t>의 확장 버전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80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360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B08EB-B3D1-2D66-686F-B3798CBC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검색 알고리즘</a:t>
            </a:r>
            <a:r>
              <a:rPr lang="en-US" altLang="ko-KR" dirty="0"/>
              <a:t> Search Algorithms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C30E6B3-FAE3-1B4F-4F63-478854CB0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1378526"/>
              </p:ext>
            </p:extLst>
          </p:nvPr>
        </p:nvGraphicFramePr>
        <p:xfrm>
          <a:off x="989014" y="1685923"/>
          <a:ext cx="10213200" cy="3841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819">
                  <a:extLst>
                    <a:ext uri="{9D8B030D-6E8A-4147-A177-3AD203B41FA5}">
                      <a16:colId xmlns:a16="http://schemas.microsoft.com/office/drawing/2014/main" val="1390761631"/>
                    </a:ext>
                  </a:extLst>
                </a:gridCol>
                <a:gridCol w="2242147">
                  <a:extLst>
                    <a:ext uri="{9D8B030D-6E8A-4147-A177-3AD203B41FA5}">
                      <a16:colId xmlns:a16="http://schemas.microsoft.com/office/drawing/2014/main" val="3310533264"/>
                    </a:ext>
                  </a:extLst>
                </a:gridCol>
                <a:gridCol w="2033308">
                  <a:extLst>
                    <a:ext uri="{9D8B030D-6E8A-4147-A177-3AD203B41FA5}">
                      <a16:colId xmlns:a16="http://schemas.microsoft.com/office/drawing/2014/main" val="3997490906"/>
                    </a:ext>
                  </a:extLst>
                </a:gridCol>
                <a:gridCol w="2044606">
                  <a:extLst>
                    <a:ext uri="{9D8B030D-6E8A-4147-A177-3AD203B41FA5}">
                      <a16:colId xmlns:a16="http://schemas.microsoft.com/office/drawing/2014/main" val="1276337386"/>
                    </a:ext>
                  </a:extLst>
                </a:gridCol>
                <a:gridCol w="1773320">
                  <a:extLst>
                    <a:ext uri="{9D8B030D-6E8A-4147-A177-3AD203B41FA5}">
                      <a16:colId xmlns:a16="http://schemas.microsoft.com/office/drawing/2014/main" val="4201498583"/>
                    </a:ext>
                  </a:extLst>
                </a:gridCol>
              </a:tblGrid>
              <a:tr h="695770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항상 최단 거리인지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이동 비용을 줄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다수의 시작과 끝점을 가질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탐색 속도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72271"/>
                  </a:ext>
                </a:extLst>
              </a:tr>
              <a:tr h="9758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BFS</a:t>
                      </a:r>
                    </a:p>
                    <a:p>
                      <a:pPr algn="ctr" latinLnBrk="1"/>
                      <a:r>
                        <a:rPr lang="en-US" altLang="ko-KR" b="1" dirty="0"/>
                        <a:t>(Breath-first Search)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X(</a:t>
                      </a:r>
                      <a:r>
                        <a:rPr lang="ko-KR" altLang="en-US" dirty="0"/>
                        <a:t>같은 이동비용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05050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Djikstra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392022"/>
                  </a:ext>
                </a:extLst>
              </a:tr>
              <a:tr h="1394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A*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?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설정에 따라 속도와 정확성 사이의 트레이드 오프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en-US" altLang="ko-KR" sz="1400" dirty="0" err="1"/>
                        <a:t>Djikstra</a:t>
                      </a:r>
                      <a:r>
                        <a:rPr lang="ko-KR" altLang="en-US" sz="1400" dirty="0"/>
                        <a:t>의 확장 버전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80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75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B08EB-B3D1-2D66-686F-B3798CBC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검색 알고리즘</a:t>
            </a:r>
            <a:r>
              <a:rPr lang="en-US" altLang="ko-KR" dirty="0"/>
              <a:t> Search Algorithms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C30E6B3-FAE3-1B4F-4F63-478854CB0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0728269"/>
              </p:ext>
            </p:extLst>
          </p:nvPr>
        </p:nvGraphicFramePr>
        <p:xfrm>
          <a:off x="989014" y="1685923"/>
          <a:ext cx="10213200" cy="3841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819">
                  <a:extLst>
                    <a:ext uri="{9D8B030D-6E8A-4147-A177-3AD203B41FA5}">
                      <a16:colId xmlns:a16="http://schemas.microsoft.com/office/drawing/2014/main" val="1390761631"/>
                    </a:ext>
                  </a:extLst>
                </a:gridCol>
                <a:gridCol w="2242147">
                  <a:extLst>
                    <a:ext uri="{9D8B030D-6E8A-4147-A177-3AD203B41FA5}">
                      <a16:colId xmlns:a16="http://schemas.microsoft.com/office/drawing/2014/main" val="3310533264"/>
                    </a:ext>
                  </a:extLst>
                </a:gridCol>
                <a:gridCol w="2033308">
                  <a:extLst>
                    <a:ext uri="{9D8B030D-6E8A-4147-A177-3AD203B41FA5}">
                      <a16:colId xmlns:a16="http://schemas.microsoft.com/office/drawing/2014/main" val="3997490906"/>
                    </a:ext>
                  </a:extLst>
                </a:gridCol>
                <a:gridCol w="2044606">
                  <a:extLst>
                    <a:ext uri="{9D8B030D-6E8A-4147-A177-3AD203B41FA5}">
                      <a16:colId xmlns:a16="http://schemas.microsoft.com/office/drawing/2014/main" val="1276337386"/>
                    </a:ext>
                  </a:extLst>
                </a:gridCol>
                <a:gridCol w="1773320">
                  <a:extLst>
                    <a:ext uri="{9D8B030D-6E8A-4147-A177-3AD203B41FA5}">
                      <a16:colId xmlns:a16="http://schemas.microsoft.com/office/drawing/2014/main" val="4201498583"/>
                    </a:ext>
                  </a:extLst>
                </a:gridCol>
              </a:tblGrid>
              <a:tr h="695770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항상 최단 거리인지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이동 비용을 줄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다수의 시작과 끝점을 가질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탐색 속도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72271"/>
                  </a:ext>
                </a:extLst>
              </a:tr>
              <a:tr h="9758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BFS</a:t>
                      </a:r>
                    </a:p>
                    <a:p>
                      <a:pPr algn="ctr" latinLnBrk="1"/>
                      <a:r>
                        <a:rPr lang="en-US" altLang="ko-KR" b="1" dirty="0"/>
                        <a:t>(Breath-first Search)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X(</a:t>
                      </a:r>
                      <a:r>
                        <a:rPr lang="ko-KR" altLang="en-US" dirty="0"/>
                        <a:t>같은 이동비용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중간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05050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Djikstra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392022"/>
                  </a:ext>
                </a:extLst>
              </a:tr>
              <a:tr h="1394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A*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?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설정에 따라 속도와 정확성 사이의 트레이드 오프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en-US" altLang="ko-KR" sz="1400" dirty="0" err="1"/>
                        <a:t>Djikstra</a:t>
                      </a:r>
                      <a:r>
                        <a:rPr lang="ko-KR" altLang="en-US" sz="1400" dirty="0"/>
                        <a:t>의 확장 버전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80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8406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B08EB-B3D1-2D66-686F-B3798CBC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검색 알고리즘</a:t>
            </a:r>
            <a:r>
              <a:rPr lang="en-US" altLang="ko-KR" dirty="0"/>
              <a:t> Search Algorithms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C30E6B3-FAE3-1B4F-4F63-478854CB0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6845310"/>
              </p:ext>
            </p:extLst>
          </p:nvPr>
        </p:nvGraphicFramePr>
        <p:xfrm>
          <a:off x="989014" y="1685924"/>
          <a:ext cx="10213200" cy="3884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819">
                  <a:extLst>
                    <a:ext uri="{9D8B030D-6E8A-4147-A177-3AD203B41FA5}">
                      <a16:colId xmlns:a16="http://schemas.microsoft.com/office/drawing/2014/main" val="1390761631"/>
                    </a:ext>
                  </a:extLst>
                </a:gridCol>
                <a:gridCol w="2242147">
                  <a:extLst>
                    <a:ext uri="{9D8B030D-6E8A-4147-A177-3AD203B41FA5}">
                      <a16:colId xmlns:a16="http://schemas.microsoft.com/office/drawing/2014/main" val="3310533264"/>
                    </a:ext>
                  </a:extLst>
                </a:gridCol>
                <a:gridCol w="2033308">
                  <a:extLst>
                    <a:ext uri="{9D8B030D-6E8A-4147-A177-3AD203B41FA5}">
                      <a16:colId xmlns:a16="http://schemas.microsoft.com/office/drawing/2014/main" val="3997490906"/>
                    </a:ext>
                  </a:extLst>
                </a:gridCol>
                <a:gridCol w="2044606">
                  <a:extLst>
                    <a:ext uri="{9D8B030D-6E8A-4147-A177-3AD203B41FA5}">
                      <a16:colId xmlns:a16="http://schemas.microsoft.com/office/drawing/2014/main" val="1276337386"/>
                    </a:ext>
                  </a:extLst>
                </a:gridCol>
                <a:gridCol w="1773320">
                  <a:extLst>
                    <a:ext uri="{9D8B030D-6E8A-4147-A177-3AD203B41FA5}">
                      <a16:colId xmlns:a16="http://schemas.microsoft.com/office/drawing/2014/main" val="4201498583"/>
                    </a:ext>
                  </a:extLst>
                </a:gridCol>
              </a:tblGrid>
              <a:tr h="816726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항상 최단 거리인지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이동 비용을 줄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다수의 시작과 끝점을 가질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탐색 속도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72271"/>
                  </a:ext>
                </a:extLst>
              </a:tr>
              <a:tr h="8715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BFS</a:t>
                      </a:r>
                    </a:p>
                    <a:p>
                      <a:pPr algn="ctr" latinLnBrk="1"/>
                      <a:r>
                        <a:rPr lang="en-US" altLang="ko-KR" b="1" dirty="0"/>
                        <a:t>(Breath-first Search)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X(</a:t>
                      </a:r>
                      <a:r>
                        <a:rPr lang="ko-KR" altLang="en-US" dirty="0"/>
                        <a:t>같은 이동비용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중간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05050"/>
                  </a:ext>
                </a:extLst>
              </a:tr>
              <a:tr h="762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Djikstra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느림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타일에 이동비용이 추가되므로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392022"/>
                  </a:ext>
                </a:extLst>
              </a:tr>
              <a:tr h="1245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A*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?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설정에 따라 속도와 정확성 사이의 트레이드 오프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en-US" altLang="ko-KR" sz="1400" dirty="0" err="1"/>
                        <a:t>Djikstra</a:t>
                      </a:r>
                      <a:r>
                        <a:rPr lang="ko-KR" altLang="en-US" sz="1400" dirty="0"/>
                        <a:t>의 확장 버전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80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083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B08EB-B3D1-2D66-686F-B3798CBC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검색 알고리즘</a:t>
            </a:r>
            <a:r>
              <a:rPr lang="en-US" altLang="ko-KR" dirty="0"/>
              <a:t> Search Algorithms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C30E6B3-FAE3-1B4F-4F63-478854CB0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2027395"/>
              </p:ext>
            </p:extLst>
          </p:nvPr>
        </p:nvGraphicFramePr>
        <p:xfrm>
          <a:off x="989014" y="1685924"/>
          <a:ext cx="10213200" cy="3884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819">
                  <a:extLst>
                    <a:ext uri="{9D8B030D-6E8A-4147-A177-3AD203B41FA5}">
                      <a16:colId xmlns:a16="http://schemas.microsoft.com/office/drawing/2014/main" val="1390761631"/>
                    </a:ext>
                  </a:extLst>
                </a:gridCol>
                <a:gridCol w="2242147">
                  <a:extLst>
                    <a:ext uri="{9D8B030D-6E8A-4147-A177-3AD203B41FA5}">
                      <a16:colId xmlns:a16="http://schemas.microsoft.com/office/drawing/2014/main" val="3310533264"/>
                    </a:ext>
                  </a:extLst>
                </a:gridCol>
                <a:gridCol w="2033308">
                  <a:extLst>
                    <a:ext uri="{9D8B030D-6E8A-4147-A177-3AD203B41FA5}">
                      <a16:colId xmlns:a16="http://schemas.microsoft.com/office/drawing/2014/main" val="3997490906"/>
                    </a:ext>
                  </a:extLst>
                </a:gridCol>
                <a:gridCol w="2044606">
                  <a:extLst>
                    <a:ext uri="{9D8B030D-6E8A-4147-A177-3AD203B41FA5}">
                      <a16:colId xmlns:a16="http://schemas.microsoft.com/office/drawing/2014/main" val="1276337386"/>
                    </a:ext>
                  </a:extLst>
                </a:gridCol>
                <a:gridCol w="1773320">
                  <a:extLst>
                    <a:ext uri="{9D8B030D-6E8A-4147-A177-3AD203B41FA5}">
                      <a16:colId xmlns:a16="http://schemas.microsoft.com/office/drawing/2014/main" val="4201498583"/>
                    </a:ext>
                  </a:extLst>
                </a:gridCol>
              </a:tblGrid>
              <a:tr h="816726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항상 최단 거리인지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이동 비용을 줄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다수의 시작과 끝점을 가질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탐색 속도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72271"/>
                  </a:ext>
                </a:extLst>
              </a:tr>
              <a:tr h="8715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BFS</a:t>
                      </a:r>
                    </a:p>
                    <a:p>
                      <a:pPr algn="ctr" latinLnBrk="1"/>
                      <a:r>
                        <a:rPr lang="en-US" altLang="ko-KR" b="1" dirty="0"/>
                        <a:t>(Breath-first Search)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X(</a:t>
                      </a:r>
                      <a:r>
                        <a:rPr lang="ko-KR" altLang="en-US" dirty="0"/>
                        <a:t>같은 이동비용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중간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05050"/>
                  </a:ext>
                </a:extLst>
              </a:tr>
              <a:tr h="762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Djikstra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느림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타일에 이동비용이 추가되므로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392022"/>
                  </a:ext>
                </a:extLst>
              </a:tr>
              <a:tr h="1245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A*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?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설정에 따라 속도와 정확성 사이의 트레이드 오프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en-US" altLang="ko-KR" sz="1400" dirty="0" err="1"/>
                        <a:t>Djikstra</a:t>
                      </a:r>
                      <a:r>
                        <a:rPr lang="ko-KR" altLang="en-US" sz="1400" dirty="0"/>
                        <a:t>의 확장 버전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빠름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80188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0F717AD-0C3D-A5B2-ACA1-298B3C84ED5C}"/>
              </a:ext>
            </a:extLst>
          </p:cNvPr>
          <p:cNvSpPr txBox="1"/>
          <p:nvPr/>
        </p:nvSpPr>
        <p:spPr>
          <a:xfrm>
            <a:off x="989014" y="5829300"/>
            <a:ext cx="102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Trade-off </a:t>
            </a:r>
            <a:r>
              <a:rPr lang="ko-KR" altLang="en-US" sz="1600" b="1" dirty="0"/>
              <a:t>관계 </a:t>
            </a:r>
            <a:r>
              <a:rPr lang="en-US" altLang="ko-KR" sz="1600" dirty="0"/>
              <a:t>: </a:t>
            </a:r>
            <a:r>
              <a:rPr lang="ko-KR" altLang="en-US" sz="1600" dirty="0"/>
              <a:t>정확도를 높이면 실행 속도가 느려짐</a:t>
            </a:r>
            <a:endParaRPr lang="en-US" altLang="ko-KR" sz="1600" dirty="0"/>
          </a:p>
          <a:p>
            <a:r>
              <a:rPr lang="en-US" altLang="ko-KR" sz="1600" dirty="0"/>
              <a:t>A*</a:t>
            </a:r>
            <a:r>
              <a:rPr lang="ko-KR" altLang="en-US" sz="1600" dirty="0"/>
              <a:t>는 휴리스틱 탐색 방법에 의존하기 때문에 나쁜 방법을 고르면 </a:t>
            </a:r>
            <a:r>
              <a:rPr lang="en-US" altLang="ko-KR" sz="1600" dirty="0" err="1"/>
              <a:t>Djikstra</a:t>
            </a:r>
            <a:r>
              <a:rPr lang="en-US" altLang="ko-KR" sz="1600" dirty="0"/>
              <a:t> </a:t>
            </a:r>
            <a:r>
              <a:rPr lang="ko-KR" altLang="en-US" sz="1600" dirty="0"/>
              <a:t>알고리즘으로 전환되면서 느려짐</a:t>
            </a:r>
          </a:p>
        </p:txBody>
      </p:sp>
    </p:spTree>
    <p:extLst>
      <p:ext uri="{BB962C8B-B14F-4D97-AF65-F5344CB8AC3E}">
        <p14:creationId xmlns:p14="http://schemas.microsoft.com/office/powerpoint/2010/main" val="4209056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B08EB-B3D1-2D66-686F-B3798CBC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검색 알고리즘</a:t>
            </a:r>
            <a:r>
              <a:rPr lang="en-US" altLang="ko-KR" dirty="0"/>
              <a:t> Search Algorithms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C30E6B3-FAE3-1B4F-4F63-478854CB0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6827611"/>
              </p:ext>
            </p:extLst>
          </p:nvPr>
        </p:nvGraphicFramePr>
        <p:xfrm>
          <a:off x="989014" y="1685924"/>
          <a:ext cx="10213200" cy="3884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819">
                  <a:extLst>
                    <a:ext uri="{9D8B030D-6E8A-4147-A177-3AD203B41FA5}">
                      <a16:colId xmlns:a16="http://schemas.microsoft.com/office/drawing/2014/main" val="1390761631"/>
                    </a:ext>
                  </a:extLst>
                </a:gridCol>
                <a:gridCol w="2242147">
                  <a:extLst>
                    <a:ext uri="{9D8B030D-6E8A-4147-A177-3AD203B41FA5}">
                      <a16:colId xmlns:a16="http://schemas.microsoft.com/office/drawing/2014/main" val="3310533264"/>
                    </a:ext>
                  </a:extLst>
                </a:gridCol>
                <a:gridCol w="2033308">
                  <a:extLst>
                    <a:ext uri="{9D8B030D-6E8A-4147-A177-3AD203B41FA5}">
                      <a16:colId xmlns:a16="http://schemas.microsoft.com/office/drawing/2014/main" val="3997490906"/>
                    </a:ext>
                  </a:extLst>
                </a:gridCol>
                <a:gridCol w="2044606">
                  <a:extLst>
                    <a:ext uri="{9D8B030D-6E8A-4147-A177-3AD203B41FA5}">
                      <a16:colId xmlns:a16="http://schemas.microsoft.com/office/drawing/2014/main" val="1276337386"/>
                    </a:ext>
                  </a:extLst>
                </a:gridCol>
                <a:gridCol w="1773320">
                  <a:extLst>
                    <a:ext uri="{9D8B030D-6E8A-4147-A177-3AD203B41FA5}">
                      <a16:colId xmlns:a16="http://schemas.microsoft.com/office/drawing/2014/main" val="4201498583"/>
                    </a:ext>
                  </a:extLst>
                </a:gridCol>
              </a:tblGrid>
              <a:tr h="816726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항상 최단 거리인지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이동 비용을 줄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다수의 시작과 끝점을 가질 수 있는지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탐색 속도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72271"/>
                  </a:ext>
                </a:extLst>
              </a:tr>
              <a:tr h="8715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BFS</a:t>
                      </a:r>
                    </a:p>
                    <a:p>
                      <a:pPr algn="ctr" latinLnBrk="1"/>
                      <a:r>
                        <a:rPr lang="en-US" altLang="ko-KR" b="1" dirty="0"/>
                        <a:t>(Breath-first Search)</a:t>
                      </a:r>
                      <a:endParaRPr lang="ko-KR" altLang="en-US" b="1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X(</a:t>
                      </a:r>
                      <a:r>
                        <a:rPr lang="ko-KR" altLang="en-US" dirty="0"/>
                        <a:t>같은 이동비용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중간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005050"/>
                  </a:ext>
                </a:extLst>
              </a:tr>
              <a:tr h="762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Djikstra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느림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타일에 이동비용이 추가되므로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392022"/>
                  </a:ext>
                </a:extLst>
              </a:tr>
              <a:tr h="1245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A*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?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설정에 따라 속도와 정확성 사이의 트레이드 오프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en-US" altLang="ko-KR" sz="1400" dirty="0" err="1"/>
                        <a:t>Djikstra</a:t>
                      </a:r>
                      <a:r>
                        <a:rPr lang="ko-KR" altLang="en-US" sz="1400" dirty="0"/>
                        <a:t>의 확장 버전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빠름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80188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0F717AD-0C3D-A5B2-ACA1-298B3C84ED5C}"/>
              </a:ext>
            </a:extLst>
          </p:cNvPr>
          <p:cNvSpPr txBox="1"/>
          <p:nvPr/>
        </p:nvSpPr>
        <p:spPr>
          <a:xfrm>
            <a:off x="989014" y="5829300"/>
            <a:ext cx="102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Trade-off </a:t>
            </a:r>
            <a:r>
              <a:rPr lang="ko-KR" altLang="en-US" sz="1600" b="1" dirty="0"/>
              <a:t>관계 </a:t>
            </a:r>
            <a:r>
              <a:rPr lang="en-US" altLang="ko-KR" sz="1600" dirty="0"/>
              <a:t>: </a:t>
            </a:r>
            <a:r>
              <a:rPr lang="ko-KR" altLang="en-US" sz="1600" dirty="0"/>
              <a:t>정확도를 높이면 실행 속도가 느려짐</a:t>
            </a:r>
            <a:endParaRPr lang="en-US" altLang="ko-KR" sz="1600" dirty="0"/>
          </a:p>
          <a:p>
            <a:r>
              <a:rPr lang="en-US" altLang="ko-KR" sz="1600" dirty="0"/>
              <a:t>A*</a:t>
            </a:r>
            <a:r>
              <a:rPr lang="ko-KR" altLang="en-US" sz="1600" dirty="0"/>
              <a:t>는 휴리스틱 탐색 방법에 의존하기 때문에 나쁜 방법을 고르면 </a:t>
            </a:r>
            <a:r>
              <a:rPr lang="en-US" altLang="ko-KR" sz="1600" dirty="0" err="1"/>
              <a:t>Djikstra</a:t>
            </a:r>
            <a:r>
              <a:rPr lang="en-US" altLang="ko-KR" sz="1600" dirty="0"/>
              <a:t> </a:t>
            </a:r>
            <a:r>
              <a:rPr lang="ko-KR" altLang="en-US" sz="1600" dirty="0"/>
              <a:t>알고리즘으로 전환되면서 느려짐</a:t>
            </a:r>
          </a:p>
        </p:txBody>
      </p:sp>
    </p:spTree>
    <p:extLst>
      <p:ext uri="{BB962C8B-B14F-4D97-AF65-F5344CB8AC3E}">
        <p14:creationId xmlns:p14="http://schemas.microsoft.com/office/powerpoint/2010/main" val="1092960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151263"/>
              </p:ext>
            </p:extLst>
          </p:nvPr>
        </p:nvGraphicFramePr>
        <p:xfrm>
          <a:off x="3657600" y="57111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N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O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P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I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J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K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L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E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G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H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A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B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C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D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E8748ED8-5424-472C-04BB-146223A3C246}"/>
              </a:ext>
            </a:extLst>
          </p:cNvPr>
          <p:cNvSpPr/>
          <p:nvPr/>
        </p:nvSpPr>
        <p:spPr>
          <a:xfrm rot="16200000">
            <a:off x="3985545" y="2646696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BE3E45FD-A5B0-4E4E-D311-0A9E86719166}"/>
              </a:ext>
            </a:extLst>
          </p:cNvPr>
          <p:cNvSpPr/>
          <p:nvPr/>
        </p:nvSpPr>
        <p:spPr>
          <a:xfrm>
            <a:off x="4603303" y="3144594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CFB78ADB-D591-C225-6664-B18AD70EB56D}"/>
              </a:ext>
            </a:extLst>
          </p:cNvPr>
          <p:cNvSpPr/>
          <p:nvPr/>
        </p:nvSpPr>
        <p:spPr>
          <a:xfrm rot="5400000">
            <a:off x="3985544" y="3748910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6B40961-D9E9-F740-0369-6A82E990A1D2}"/>
              </a:ext>
            </a:extLst>
          </p:cNvPr>
          <p:cNvSpPr/>
          <p:nvPr/>
        </p:nvSpPr>
        <p:spPr>
          <a:xfrm rot="10800000">
            <a:off x="3393440" y="3144594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416867B-B8A8-FC79-203D-686B5614F056}"/>
              </a:ext>
            </a:extLst>
          </p:cNvPr>
          <p:cNvGrpSpPr/>
          <p:nvPr/>
        </p:nvGrpSpPr>
        <p:grpSpPr>
          <a:xfrm>
            <a:off x="4720814" y="5468061"/>
            <a:ext cx="4961666" cy="808500"/>
            <a:chOff x="3961496" y="5596226"/>
            <a:chExt cx="3361182" cy="600516"/>
          </a:xfrm>
        </p:grpSpPr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BABF189D-744D-7ACB-569E-9A05996019AD}"/>
                </a:ext>
              </a:extLst>
            </p:cNvPr>
            <p:cNvSpPr/>
            <p:nvPr/>
          </p:nvSpPr>
          <p:spPr>
            <a:xfrm rot="16200000">
              <a:off x="3828471" y="5729251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id="{8C013086-93E3-56CC-6C79-1EA9C839C66D}"/>
                </a:ext>
              </a:extLst>
            </p:cNvPr>
            <p:cNvSpPr/>
            <p:nvPr/>
          </p:nvSpPr>
          <p:spPr>
            <a:xfrm>
              <a:off x="4789099" y="5732934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2DBD19D0-B98B-715C-8A77-3101BE215A63}"/>
                </a:ext>
              </a:extLst>
            </p:cNvPr>
            <p:cNvSpPr/>
            <p:nvPr/>
          </p:nvSpPr>
          <p:spPr>
            <a:xfrm rot="5400000">
              <a:off x="5795742" y="5729251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192C4436-C6F7-8F59-3022-FB9A1A082776}"/>
                </a:ext>
              </a:extLst>
            </p:cNvPr>
            <p:cNvSpPr/>
            <p:nvPr/>
          </p:nvSpPr>
          <p:spPr>
            <a:xfrm rot="10800000">
              <a:off x="6722162" y="5729250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60C7E72-9472-CE85-8A9C-153B691E06B5}"/>
              </a:ext>
            </a:extLst>
          </p:cNvPr>
          <p:cNvSpPr txBox="1"/>
          <p:nvPr/>
        </p:nvSpPr>
        <p:spPr>
          <a:xfrm>
            <a:off x="2006395" y="5353720"/>
            <a:ext cx="2316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순서 </a:t>
            </a:r>
            <a:r>
              <a:rPr lang="en-US" altLang="ko-KR" sz="6000" b="1" dirty="0"/>
              <a:t>: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717323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24167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N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O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P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I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J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K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L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E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G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H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A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B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C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D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E8748ED8-5424-472C-04BB-146223A3C246}"/>
              </a:ext>
            </a:extLst>
          </p:cNvPr>
          <p:cNvSpPr/>
          <p:nvPr/>
        </p:nvSpPr>
        <p:spPr>
          <a:xfrm rot="16200000">
            <a:off x="632745" y="3317256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BE3E45FD-A5B0-4E4E-D311-0A9E86719166}"/>
              </a:ext>
            </a:extLst>
          </p:cNvPr>
          <p:cNvSpPr/>
          <p:nvPr/>
        </p:nvSpPr>
        <p:spPr>
          <a:xfrm>
            <a:off x="1250503" y="3815154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CFB78ADB-D591-C225-6664-B18AD70EB56D}"/>
              </a:ext>
            </a:extLst>
          </p:cNvPr>
          <p:cNvSpPr/>
          <p:nvPr/>
        </p:nvSpPr>
        <p:spPr>
          <a:xfrm rot="5400000">
            <a:off x="632744" y="4419470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6B40961-D9E9-F740-0369-6A82E990A1D2}"/>
              </a:ext>
            </a:extLst>
          </p:cNvPr>
          <p:cNvSpPr/>
          <p:nvPr/>
        </p:nvSpPr>
        <p:spPr>
          <a:xfrm rot="10800000">
            <a:off x="40640" y="3815154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AC8F0B9-B89C-FB41-35D0-C147850516B2}"/>
              </a:ext>
            </a:extLst>
          </p:cNvPr>
          <p:cNvSpPr/>
          <p:nvPr/>
        </p:nvSpPr>
        <p:spPr>
          <a:xfrm>
            <a:off x="8524240" y="388236"/>
            <a:ext cx="853440" cy="85344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E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27541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19139"/>
              </p:ext>
            </p:extLst>
          </p:nvPr>
        </p:nvGraphicFramePr>
        <p:xfrm>
          <a:off x="304800" y="124167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N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O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P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I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J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K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L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E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G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H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A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B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C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D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E8748ED8-5424-472C-04BB-146223A3C246}"/>
              </a:ext>
            </a:extLst>
          </p:cNvPr>
          <p:cNvSpPr/>
          <p:nvPr/>
        </p:nvSpPr>
        <p:spPr>
          <a:xfrm rot="16200000">
            <a:off x="632745" y="3317256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BE3E45FD-A5B0-4E4E-D311-0A9E86719166}"/>
              </a:ext>
            </a:extLst>
          </p:cNvPr>
          <p:cNvSpPr/>
          <p:nvPr/>
        </p:nvSpPr>
        <p:spPr>
          <a:xfrm>
            <a:off x="1250503" y="3815154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CFB78ADB-D591-C225-6664-B18AD70EB56D}"/>
              </a:ext>
            </a:extLst>
          </p:cNvPr>
          <p:cNvSpPr/>
          <p:nvPr/>
        </p:nvSpPr>
        <p:spPr>
          <a:xfrm rot="5400000">
            <a:off x="632744" y="4419470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B2E3733-D36B-4DD8-13E2-F1A916D59BC0}"/>
              </a:ext>
            </a:extLst>
          </p:cNvPr>
          <p:cNvSpPr/>
          <p:nvPr/>
        </p:nvSpPr>
        <p:spPr>
          <a:xfrm>
            <a:off x="8524240" y="388236"/>
            <a:ext cx="853440" cy="85344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E</a:t>
            </a:r>
            <a:endParaRPr lang="ko-KR" altLang="en-US" sz="2800" b="1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A7D829F-5F50-AAF4-5A61-00721C1D873A}"/>
              </a:ext>
            </a:extLst>
          </p:cNvPr>
          <p:cNvSpPr/>
          <p:nvPr/>
        </p:nvSpPr>
        <p:spPr>
          <a:xfrm>
            <a:off x="641604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I</a:t>
            </a:r>
            <a:endParaRPr lang="ko-KR" altLang="en-US" sz="2800" b="1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4DA7D12-1D18-B864-BCD1-9F0FC1330EC4}"/>
              </a:ext>
            </a:extLst>
          </p:cNvPr>
          <p:cNvSpPr/>
          <p:nvPr/>
        </p:nvSpPr>
        <p:spPr>
          <a:xfrm>
            <a:off x="937768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F</a:t>
            </a:r>
            <a:endParaRPr lang="ko-KR" altLang="en-US" sz="2800" b="1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120BBF3-DEEA-44A6-1335-C8C016A2DA63}"/>
              </a:ext>
            </a:extLst>
          </p:cNvPr>
          <p:cNvSpPr/>
          <p:nvPr/>
        </p:nvSpPr>
        <p:spPr>
          <a:xfrm>
            <a:off x="1103376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A</a:t>
            </a:r>
            <a:endParaRPr lang="ko-KR" altLang="en-US" sz="2800" b="1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EA496C7-1CA0-67A1-52D0-1A9C745FE2D7}"/>
              </a:ext>
            </a:extLst>
          </p:cNvPr>
          <p:cNvCxnSpPr>
            <a:stCxn id="15" idx="3"/>
            <a:endCxn id="16" idx="7"/>
          </p:cNvCxnSpPr>
          <p:nvPr/>
        </p:nvCxnSpPr>
        <p:spPr>
          <a:xfrm flipH="1">
            <a:off x="7144497" y="1116693"/>
            <a:ext cx="1504726" cy="55476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E2E7B2D-682F-19F1-5B52-AD309DCEC8A6}"/>
              </a:ext>
            </a:extLst>
          </p:cNvPr>
          <p:cNvCxnSpPr>
            <a:cxnSpLocks/>
            <a:stCxn id="15" idx="4"/>
            <a:endCxn id="17" idx="0"/>
          </p:cNvCxnSpPr>
          <p:nvPr/>
        </p:nvCxnSpPr>
        <p:spPr>
          <a:xfrm>
            <a:off x="8950960" y="1241676"/>
            <a:ext cx="853440" cy="3048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F49BDA1-273B-C430-3453-C375CF95EE3E}"/>
              </a:ext>
            </a:extLst>
          </p:cNvPr>
          <p:cNvCxnSpPr>
            <a:cxnSpLocks/>
            <a:stCxn id="15" idx="5"/>
            <a:endCxn id="18" idx="0"/>
          </p:cNvCxnSpPr>
          <p:nvPr/>
        </p:nvCxnSpPr>
        <p:spPr>
          <a:xfrm>
            <a:off x="9252697" y="1116693"/>
            <a:ext cx="2207783" cy="42978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38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697631"/>
              </p:ext>
            </p:extLst>
          </p:nvPr>
        </p:nvGraphicFramePr>
        <p:xfrm>
          <a:off x="304800" y="124167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N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O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P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I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J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K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L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E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G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H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A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B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C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D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E8748ED8-5424-472C-04BB-146223A3C246}"/>
              </a:ext>
            </a:extLst>
          </p:cNvPr>
          <p:cNvSpPr/>
          <p:nvPr/>
        </p:nvSpPr>
        <p:spPr>
          <a:xfrm rot="16200000">
            <a:off x="622584" y="2199583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BE3E45FD-A5B0-4E4E-D311-0A9E86719166}"/>
              </a:ext>
            </a:extLst>
          </p:cNvPr>
          <p:cNvSpPr/>
          <p:nvPr/>
        </p:nvSpPr>
        <p:spPr>
          <a:xfrm>
            <a:off x="1250502" y="2677234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3C8496C2-0B9B-B6C6-3E5C-85FA402EE90D}"/>
              </a:ext>
            </a:extLst>
          </p:cNvPr>
          <p:cNvSpPr/>
          <p:nvPr/>
        </p:nvSpPr>
        <p:spPr>
          <a:xfrm>
            <a:off x="8524240" y="388236"/>
            <a:ext cx="853440" cy="85344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E</a:t>
            </a:r>
            <a:endParaRPr lang="ko-KR" altLang="en-US" sz="2800" b="1" dirty="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F61B7999-C977-16AA-8DCF-698B5DD8147E}"/>
              </a:ext>
            </a:extLst>
          </p:cNvPr>
          <p:cNvSpPr/>
          <p:nvPr/>
        </p:nvSpPr>
        <p:spPr>
          <a:xfrm>
            <a:off x="641604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I</a:t>
            </a:r>
            <a:endParaRPr lang="ko-KR" altLang="en-US" sz="2800" b="1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1DA7984F-9E9C-FE27-9A1D-6788AF166708}"/>
              </a:ext>
            </a:extLst>
          </p:cNvPr>
          <p:cNvSpPr/>
          <p:nvPr/>
        </p:nvSpPr>
        <p:spPr>
          <a:xfrm>
            <a:off x="937768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F</a:t>
            </a:r>
            <a:endParaRPr lang="ko-KR" altLang="en-US" sz="2800" b="1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0106A9A8-3914-8AF9-56B5-B1A5A5F2935F}"/>
              </a:ext>
            </a:extLst>
          </p:cNvPr>
          <p:cNvSpPr/>
          <p:nvPr/>
        </p:nvSpPr>
        <p:spPr>
          <a:xfrm>
            <a:off x="1103376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A</a:t>
            </a:r>
            <a:endParaRPr lang="ko-KR" altLang="en-US" sz="28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6C1FF776-7B32-6284-6470-5C1CEEC767B7}"/>
              </a:ext>
            </a:extLst>
          </p:cNvPr>
          <p:cNvSpPr/>
          <p:nvPr/>
        </p:nvSpPr>
        <p:spPr>
          <a:xfrm>
            <a:off x="5680262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M</a:t>
            </a:r>
            <a:endParaRPr lang="ko-KR" altLang="en-US" sz="2800" b="1" dirty="0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9D5D408C-4969-C238-2929-969AE0F20EC0}"/>
              </a:ext>
            </a:extLst>
          </p:cNvPr>
          <p:cNvSpPr/>
          <p:nvPr/>
        </p:nvSpPr>
        <p:spPr>
          <a:xfrm>
            <a:off x="7052684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J</a:t>
            </a:r>
            <a:endParaRPr lang="ko-KR" altLang="en-US" sz="2800" b="1" dirty="0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24FE89D-B30D-13FB-DEBB-CDEAB5F84753}"/>
              </a:ext>
            </a:extLst>
          </p:cNvPr>
          <p:cNvCxnSpPr>
            <a:stCxn id="48" idx="3"/>
            <a:endCxn id="49" idx="7"/>
          </p:cNvCxnSpPr>
          <p:nvPr/>
        </p:nvCxnSpPr>
        <p:spPr>
          <a:xfrm flipH="1">
            <a:off x="7144497" y="1116693"/>
            <a:ext cx="1504726" cy="55476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DEF857ED-4B72-91D5-1D5F-F93B4417E48E}"/>
              </a:ext>
            </a:extLst>
          </p:cNvPr>
          <p:cNvCxnSpPr>
            <a:cxnSpLocks/>
            <a:stCxn id="48" idx="4"/>
            <a:endCxn id="50" idx="0"/>
          </p:cNvCxnSpPr>
          <p:nvPr/>
        </p:nvCxnSpPr>
        <p:spPr>
          <a:xfrm>
            <a:off x="8950960" y="1241676"/>
            <a:ext cx="853440" cy="3048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A5D6396D-649D-C7C3-B320-F76CB37176F0}"/>
              </a:ext>
            </a:extLst>
          </p:cNvPr>
          <p:cNvCxnSpPr>
            <a:cxnSpLocks/>
            <a:stCxn id="48" idx="5"/>
            <a:endCxn id="51" idx="0"/>
          </p:cNvCxnSpPr>
          <p:nvPr/>
        </p:nvCxnSpPr>
        <p:spPr>
          <a:xfrm>
            <a:off x="9252697" y="1116693"/>
            <a:ext cx="2207783" cy="42978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354109FA-1D58-753B-D65A-FED9A06C9BE4}"/>
              </a:ext>
            </a:extLst>
          </p:cNvPr>
          <p:cNvCxnSpPr>
            <a:cxnSpLocks/>
            <a:stCxn id="52" idx="0"/>
            <a:endCxn id="49" idx="3"/>
          </p:cNvCxnSpPr>
          <p:nvPr/>
        </p:nvCxnSpPr>
        <p:spPr>
          <a:xfrm flipV="1">
            <a:off x="6106982" y="2274933"/>
            <a:ext cx="434041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0ADBBC82-4A88-A0C1-C143-BCAAFC734DA1}"/>
              </a:ext>
            </a:extLst>
          </p:cNvPr>
          <p:cNvCxnSpPr>
            <a:cxnSpLocks/>
            <a:stCxn id="53" idx="0"/>
            <a:endCxn id="49" idx="5"/>
          </p:cNvCxnSpPr>
          <p:nvPr/>
        </p:nvCxnSpPr>
        <p:spPr>
          <a:xfrm flipH="1" flipV="1">
            <a:off x="7144497" y="2274933"/>
            <a:ext cx="334907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398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004129"/>
              </p:ext>
            </p:extLst>
          </p:nvPr>
        </p:nvGraphicFramePr>
        <p:xfrm>
          <a:off x="304800" y="124167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N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O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P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I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J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K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L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E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G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H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A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B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C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D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BE3E45FD-A5B0-4E4E-D311-0A9E86719166}"/>
              </a:ext>
            </a:extLst>
          </p:cNvPr>
          <p:cNvSpPr/>
          <p:nvPr/>
        </p:nvSpPr>
        <p:spPr>
          <a:xfrm>
            <a:off x="2510342" y="3825314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CFB78ADB-D591-C225-6664-B18AD70EB56D}"/>
              </a:ext>
            </a:extLst>
          </p:cNvPr>
          <p:cNvSpPr/>
          <p:nvPr/>
        </p:nvSpPr>
        <p:spPr>
          <a:xfrm rot="5400000">
            <a:off x="1821464" y="4429630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485974D-F092-F391-C6BC-F38F5D2B9C9E}"/>
              </a:ext>
            </a:extLst>
          </p:cNvPr>
          <p:cNvSpPr/>
          <p:nvPr/>
        </p:nvSpPr>
        <p:spPr>
          <a:xfrm>
            <a:off x="8524240" y="388236"/>
            <a:ext cx="853440" cy="85344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E</a:t>
            </a:r>
            <a:endParaRPr lang="ko-KR" altLang="en-US" sz="2800" b="1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73FDD71-99FC-D27A-27BF-9ADFEE749A28}"/>
              </a:ext>
            </a:extLst>
          </p:cNvPr>
          <p:cNvSpPr/>
          <p:nvPr/>
        </p:nvSpPr>
        <p:spPr>
          <a:xfrm>
            <a:off x="641604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I</a:t>
            </a:r>
            <a:endParaRPr lang="ko-KR" altLang="en-US" sz="2800" b="1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F235DA4-B067-BF70-9F08-EFFB7A43419F}"/>
              </a:ext>
            </a:extLst>
          </p:cNvPr>
          <p:cNvSpPr/>
          <p:nvPr/>
        </p:nvSpPr>
        <p:spPr>
          <a:xfrm>
            <a:off x="937768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F</a:t>
            </a:r>
            <a:endParaRPr lang="ko-KR" altLang="en-US" sz="2800" b="1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C377D5-70DB-2467-FFC0-DE344E87256E}"/>
              </a:ext>
            </a:extLst>
          </p:cNvPr>
          <p:cNvSpPr/>
          <p:nvPr/>
        </p:nvSpPr>
        <p:spPr>
          <a:xfrm>
            <a:off x="1103376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A</a:t>
            </a:r>
            <a:endParaRPr lang="ko-KR" altLang="en-US" sz="2800" b="1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54039AF-162E-4904-B918-40EEA2971252}"/>
              </a:ext>
            </a:extLst>
          </p:cNvPr>
          <p:cNvSpPr/>
          <p:nvPr/>
        </p:nvSpPr>
        <p:spPr>
          <a:xfrm>
            <a:off x="5680262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M</a:t>
            </a:r>
            <a:endParaRPr lang="ko-KR" altLang="en-US" sz="2800" b="1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7AE1F8F-9458-17B4-A92E-5F9F3ED8384D}"/>
              </a:ext>
            </a:extLst>
          </p:cNvPr>
          <p:cNvSpPr/>
          <p:nvPr/>
        </p:nvSpPr>
        <p:spPr>
          <a:xfrm>
            <a:off x="7052684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J</a:t>
            </a:r>
            <a:endParaRPr lang="ko-KR" altLang="en-US" sz="2800" b="1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A7FE051-183F-1CA8-1034-5F2A9F6281F9}"/>
              </a:ext>
            </a:extLst>
          </p:cNvPr>
          <p:cNvSpPr/>
          <p:nvPr/>
        </p:nvSpPr>
        <p:spPr>
          <a:xfrm>
            <a:off x="8702040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G</a:t>
            </a:r>
            <a:endParaRPr lang="ko-KR" altLang="en-US" sz="2800" b="1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1FFC308-3990-29FF-F319-89C05E4F7199}"/>
              </a:ext>
            </a:extLst>
          </p:cNvPr>
          <p:cNvSpPr/>
          <p:nvPr/>
        </p:nvSpPr>
        <p:spPr>
          <a:xfrm>
            <a:off x="10074462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B</a:t>
            </a:r>
            <a:endParaRPr lang="ko-KR" altLang="en-US" sz="2800" b="1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71FE660-6954-E08B-29C2-F96C210D0694}"/>
              </a:ext>
            </a:extLst>
          </p:cNvPr>
          <p:cNvCxnSpPr>
            <a:stCxn id="8" idx="3"/>
            <a:endCxn id="9" idx="7"/>
          </p:cNvCxnSpPr>
          <p:nvPr/>
        </p:nvCxnSpPr>
        <p:spPr>
          <a:xfrm flipH="1">
            <a:off x="7144497" y="1116693"/>
            <a:ext cx="1504726" cy="55476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22D2D42-F716-533C-DEBA-E748A8FBB253}"/>
              </a:ext>
            </a:extLst>
          </p:cNvPr>
          <p:cNvCxnSpPr>
            <a:cxnSpLocks/>
            <a:stCxn id="8" idx="4"/>
            <a:endCxn id="10" idx="0"/>
          </p:cNvCxnSpPr>
          <p:nvPr/>
        </p:nvCxnSpPr>
        <p:spPr>
          <a:xfrm>
            <a:off x="8950960" y="1241676"/>
            <a:ext cx="853440" cy="3048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EE2EC1A8-6E92-9E9E-C38A-D967E762EEAE}"/>
              </a:ext>
            </a:extLst>
          </p:cNvPr>
          <p:cNvCxnSpPr>
            <a:cxnSpLocks/>
            <a:stCxn id="8" idx="5"/>
            <a:endCxn id="11" idx="0"/>
          </p:cNvCxnSpPr>
          <p:nvPr/>
        </p:nvCxnSpPr>
        <p:spPr>
          <a:xfrm>
            <a:off x="9252697" y="1116693"/>
            <a:ext cx="2207783" cy="42978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01A02E9F-4E58-DF5A-A9D5-000B41DFDEEB}"/>
              </a:ext>
            </a:extLst>
          </p:cNvPr>
          <p:cNvCxnSpPr>
            <a:cxnSpLocks/>
            <a:stCxn id="12" idx="0"/>
            <a:endCxn id="9" idx="3"/>
          </p:cNvCxnSpPr>
          <p:nvPr/>
        </p:nvCxnSpPr>
        <p:spPr>
          <a:xfrm flipV="1">
            <a:off x="6106982" y="2274933"/>
            <a:ext cx="434041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BA5800B-C429-16E3-CBCC-2F906F2BAFBB}"/>
              </a:ext>
            </a:extLst>
          </p:cNvPr>
          <p:cNvCxnSpPr>
            <a:cxnSpLocks/>
            <a:stCxn id="19" idx="0"/>
            <a:endCxn id="9" idx="5"/>
          </p:cNvCxnSpPr>
          <p:nvPr/>
        </p:nvCxnSpPr>
        <p:spPr>
          <a:xfrm flipH="1" flipV="1">
            <a:off x="7144497" y="2274933"/>
            <a:ext cx="334907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2A10A09-7F29-1015-7ED7-233E72A15DA5}"/>
              </a:ext>
            </a:extLst>
          </p:cNvPr>
          <p:cNvCxnSpPr>
            <a:cxnSpLocks/>
            <a:stCxn id="20" idx="0"/>
            <a:endCxn id="10" idx="3"/>
          </p:cNvCxnSpPr>
          <p:nvPr/>
        </p:nvCxnSpPr>
        <p:spPr>
          <a:xfrm flipV="1">
            <a:off x="9128760" y="2274933"/>
            <a:ext cx="373903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AF7E6FE-421C-23AA-FA11-FA306AE8B342}"/>
              </a:ext>
            </a:extLst>
          </p:cNvPr>
          <p:cNvCxnSpPr>
            <a:cxnSpLocks/>
            <a:stCxn id="21" idx="0"/>
            <a:endCxn id="10" idx="5"/>
          </p:cNvCxnSpPr>
          <p:nvPr/>
        </p:nvCxnSpPr>
        <p:spPr>
          <a:xfrm flipH="1" flipV="1">
            <a:off x="10106137" y="2274933"/>
            <a:ext cx="395045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40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038918"/>
              </p:ext>
            </p:extLst>
          </p:nvPr>
        </p:nvGraphicFramePr>
        <p:xfrm>
          <a:off x="304800" y="124167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N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O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P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I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J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K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L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E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G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H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A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B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C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D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4ADEAD29-59A6-0839-E653-AF64F328A0E1}"/>
              </a:ext>
            </a:extLst>
          </p:cNvPr>
          <p:cNvSpPr/>
          <p:nvPr/>
        </p:nvSpPr>
        <p:spPr>
          <a:xfrm>
            <a:off x="8524240" y="388236"/>
            <a:ext cx="853440" cy="85344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E</a:t>
            </a:r>
            <a:endParaRPr lang="ko-KR" altLang="en-US" sz="2800" b="1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9293748-9F4F-DCBF-8568-C197CDF91EB5}"/>
              </a:ext>
            </a:extLst>
          </p:cNvPr>
          <p:cNvSpPr/>
          <p:nvPr/>
        </p:nvSpPr>
        <p:spPr>
          <a:xfrm>
            <a:off x="641604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I</a:t>
            </a:r>
            <a:endParaRPr lang="ko-KR" altLang="en-US" sz="2800" b="1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1B99800-BCAE-CA31-7B08-DB5D7DBDA159}"/>
              </a:ext>
            </a:extLst>
          </p:cNvPr>
          <p:cNvSpPr/>
          <p:nvPr/>
        </p:nvSpPr>
        <p:spPr>
          <a:xfrm>
            <a:off x="937768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F</a:t>
            </a:r>
            <a:endParaRPr lang="ko-KR" altLang="en-US" sz="2800" b="1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264D389-87AB-576E-A48A-75071BDB27D1}"/>
              </a:ext>
            </a:extLst>
          </p:cNvPr>
          <p:cNvSpPr/>
          <p:nvPr/>
        </p:nvSpPr>
        <p:spPr>
          <a:xfrm>
            <a:off x="1103376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A</a:t>
            </a:r>
            <a:endParaRPr lang="ko-KR" altLang="en-US" sz="2800" b="1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985B300-F8F2-4B63-ABEB-4123470B3B56}"/>
              </a:ext>
            </a:extLst>
          </p:cNvPr>
          <p:cNvSpPr/>
          <p:nvPr/>
        </p:nvSpPr>
        <p:spPr>
          <a:xfrm>
            <a:off x="5680262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M</a:t>
            </a:r>
            <a:endParaRPr lang="ko-KR" altLang="en-US" sz="2800" b="1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AF8E58E-54E4-E2F1-3269-583F2BB7655C}"/>
              </a:ext>
            </a:extLst>
          </p:cNvPr>
          <p:cNvSpPr/>
          <p:nvPr/>
        </p:nvSpPr>
        <p:spPr>
          <a:xfrm>
            <a:off x="7052684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J</a:t>
            </a:r>
            <a:endParaRPr lang="ko-KR" altLang="en-US" sz="2800" b="1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28425B8-BD48-32D4-302F-54BE77798D76}"/>
              </a:ext>
            </a:extLst>
          </p:cNvPr>
          <p:cNvSpPr/>
          <p:nvPr/>
        </p:nvSpPr>
        <p:spPr>
          <a:xfrm>
            <a:off x="8702040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G</a:t>
            </a:r>
            <a:endParaRPr lang="ko-KR" altLang="en-US" sz="2800" b="1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AB8B571-1EC6-71F6-1F54-6416717B0F72}"/>
              </a:ext>
            </a:extLst>
          </p:cNvPr>
          <p:cNvSpPr/>
          <p:nvPr/>
        </p:nvSpPr>
        <p:spPr>
          <a:xfrm>
            <a:off x="10074462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B</a:t>
            </a:r>
            <a:endParaRPr lang="ko-KR" altLang="en-US" sz="2800" b="1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BE9CCCC-F2A1-9037-860E-4BDE181D3B40}"/>
              </a:ext>
            </a:extLst>
          </p:cNvPr>
          <p:cNvCxnSpPr>
            <a:stCxn id="2" idx="3"/>
            <a:endCxn id="8" idx="7"/>
          </p:cNvCxnSpPr>
          <p:nvPr/>
        </p:nvCxnSpPr>
        <p:spPr>
          <a:xfrm flipH="1">
            <a:off x="7144497" y="1116693"/>
            <a:ext cx="1504726" cy="55476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C64AEEA-1D01-440E-28EA-690DB4DC12C9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>
            <a:off x="8950960" y="1241676"/>
            <a:ext cx="853440" cy="3048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3034B7D-BCA0-5CDB-6360-8329120C2848}"/>
              </a:ext>
            </a:extLst>
          </p:cNvPr>
          <p:cNvCxnSpPr>
            <a:cxnSpLocks/>
            <a:stCxn id="2" idx="5"/>
            <a:endCxn id="10" idx="0"/>
          </p:cNvCxnSpPr>
          <p:nvPr/>
        </p:nvCxnSpPr>
        <p:spPr>
          <a:xfrm>
            <a:off x="9252697" y="1116693"/>
            <a:ext cx="2207783" cy="42978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6F7B100-C9C7-5031-8C13-53F782B8DF60}"/>
              </a:ext>
            </a:extLst>
          </p:cNvPr>
          <p:cNvCxnSpPr>
            <a:cxnSpLocks/>
            <a:stCxn id="11" idx="0"/>
            <a:endCxn id="8" idx="3"/>
          </p:cNvCxnSpPr>
          <p:nvPr/>
        </p:nvCxnSpPr>
        <p:spPr>
          <a:xfrm flipV="1">
            <a:off x="6106982" y="2274933"/>
            <a:ext cx="434041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F5CF987-18F1-C8F1-AAC9-139A74BDC19B}"/>
              </a:ext>
            </a:extLst>
          </p:cNvPr>
          <p:cNvCxnSpPr>
            <a:cxnSpLocks/>
            <a:stCxn id="12" idx="0"/>
            <a:endCxn id="8" idx="5"/>
          </p:cNvCxnSpPr>
          <p:nvPr/>
        </p:nvCxnSpPr>
        <p:spPr>
          <a:xfrm flipH="1" flipV="1">
            <a:off x="7144497" y="2274933"/>
            <a:ext cx="334907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6A160DFB-8E5A-F18C-0E10-2E06BD2E8EB4}"/>
              </a:ext>
            </a:extLst>
          </p:cNvPr>
          <p:cNvCxnSpPr>
            <a:cxnSpLocks/>
            <a:stCxn id="19" idx="0"/>
            <a:endCxn id="9" idx="3"/>
          </p:cNvCxnSpPr>
          <p:nvPr/>
        </p:nvCxnSpPr>
        <p:spPr>
          <a:xfrm flipV="1">
            <a:off x="9128760" y="2274933"/>
            <a:ext cx="373903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D46C35B-A839-A597-1AF9-70C6761ED45C}"/>
              </a:ext>
            </a:extLst>
          </p:cNvPr>
          <p:cNvCxnSpPr>
            <a:cxnSpLocks/>
            <a:stCxn id="20" idx="0"/>
            <a:endCxn id="9" idx="5"/>
          </p:cNvCxnSpPr>
          <p:nvPr/>
        </p:nvCxnSpPr>
        <p:spPr>
          <a:xfrm flipH="1" flipV="1">
            <a:off x="10106137" y="2274933"/>
            <a:ext cx="395045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007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128092"/>
              </p:ext>
            </p:extLst>
          </p:nvPr>
        </p:nvGraphicFramePr>
        <p:xfrm>
          <a:off x="304800" y="124167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N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O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P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I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J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K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L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E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G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H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A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B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C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D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BE3E45FD-A5B0-4E4E-D311-0A9E86719166}"/>
              </a:ext>
            </a:extLst>
          </p:cNvPr>
          <p:cNvSpPr/>
          <p:nvPr/>
        </p:nvSpPr>
        <p:spPr>
          <a:xfrm>
            <a:off x="1250502" y="1638730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60E00CF-434E-8EF8-B13A-DFD9D589512A}"/>
              </a:ext>
            </a:extLst>
          </p:cNvPr>
          <p:cNvSpPr/>
          <p:nvPr/>
        </p:nvSpPr>
        <p:spPr>
          <a:xfrm>
            <a:off x="8524240" y="388236"/>
            <a:ext cx="853440" cy="85344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E</a:t>
            </a:r>
            <a:endParaRPr lang="ko-KR" altLang="en-US" sz="2800" b="1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CA5F3E1-500D-843B-477F-977B57F0C091}"/>
              </a:ext>
            </a:extLst>
          </p:cNvPr>
          <p:cNvSpPr/>
          <p:nvPr/>
        </p:nvSpPr>
        <p:spPr>
          <a:xfrm>
            <a:off x="641604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I</a:t>
            </a:r>
            <a:endParaRPr lang="ko-KR" altLang="en-US" sz="2800" b="1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66CBEB4-07EF-D637-C60E-B852229EB62E}"/>
              </a:ext>
            </a:extLst>
          </p:cNvPr>
          <p:cNvSpPr/>
          <p:nvPr/>
        </p:nvSpPr>
        <p:spPr>
          <a:xfrm>
            <a:off x="937768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F</a:t>
            </a:r>
            <a:endParaRPr lang="ko-KR" altLang="en-US" sz="2800" b="1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1E3A8D6-C85A-A7BC-7F95-3399C4585E67}"/>
              </a:ext>
            </a:extLst>
          </p:cNvPr>
          <p:cNvSpPr/>
          <p:nvPr/>
        </p:nvSpPr>
        <p:spPr>
          <a:xfrm>
            <a:off x="1103376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A</a:t>
            </a:r>
            <a:endParaRPr lang="ko-KR" altLang="en-US" sz="2800" b="1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C269ED5-BC6C-7AC8-25E1-5764642EA935}"/>
              </a:ext>
            </a:extLst>
          </p:cNvPr>
          <p:cNvSpPr/>
          <p:nvPr/>
        </p:nvSpPr>
        <p:spPr>
          <a:xfrm>
            <a:off x="5680262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M</a:t>
            </a:r>
            <a:endParaRPr lang="ko-KR" altLang="en-US" sz="2800" b="1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25D5E78-4C32-BA2A-822B-F486D1BC40F0}"/>
              </a:ext>
            </a:extLst>
          </p:cNvPr>
          <p:cNvSpPr/>
          <p:nvPr/>
        </p:nvSpPr>
        <p:spPr>
          <a:xfrm>
            <a:off x="7052684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J</a:t>
            </a:r>
            <a:endParaRPr lang="ko-KR" altLang="en-US" sz="2800" b="1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3AFCD8B-66DC-BAF5-B799-DAB7833CADDF}"/>
              </a:ext>
            </a:extLst>
          </p:cNvPr>
          <p:cNvSpPr/>
          <p:nvPr/>
        </p:nvSpPr>
        <p:spPr>
          <a:xfrm>
            <a:off x="8702040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G</a:t>
            </a:r>
            <a:endParaRPr lang="ko-KR" altLang="en-US" sz="2800" b="1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CE2A24DF-B642-6533-02A1-359364118216}"/>
              </a:ext>
            </a:extLst>
          </p:cNvPr>
          <p:cNvSpPr/>
          <p:nvPr/>
        </p:nvSpPr>
        <p:spPr>
          <a:xfrm>
            <a:off x="10074462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B</a:t>
            </a:r>
            <a:endParaRPr lang="ko-KR" altLang="en-US" sz="2800" b="1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D984776-2463-1E28-62F5-C55144C4EF12}"/>
              </a:ext>
            </a:extLst>
          </p:cNvPr>
          <p:cNvSpPr/>
          <p:nvPr/>
        </p:nvSpPr>
        <p:spPr>
          <a:xfrm>
            <a:off x="5669280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N</a:t>
            </a:r>
            <a:endParaRPr lang="ko-KR" altLang="en-US" sz="2800" b="1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63C6FA8-68CF-8FAB-6F5B-683816BC6B8A}"/>
              </a:ext>
            </a:extLst>
          </p:cNvPr>
          <p:cNvCxnSpPr>
            <a:stCxn id="8" idx="3"/>
            <a:endCxn id="9" idx="7"/>
          </p:cNvCxnSpPr>
          <p:nvPr/>
        </p:nvCxnSpPr>
        <p:spPr>
          <a:xfrm flipH="1">
            <a:off x="7144497" y="1116693"/>
            <a:ext cx="1504726" cy="55476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CEC4296B-1F74-5757-E6B8-87FE95B8A476}"/>
              </a:ext>
            </a:extLst>
          </p:cNvPr>
          <p:cNvCxnSpPr>
            <a:cxnSpLocks/>
            <a:stCxn id="8" idx="4"/>
            <a:endCxn id="10" idx="0"/>
          </p:cNvCxnSpPr>
          <p:nvPr/>
        </p:nvCxnSpPr>
        <p:spPr>
          <a:xfrm>
            <a:off x="8950960" y="1241676"/>
            <a:ext cx="853440" cy="3048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39CB78F-DEC0-F223-0305-00C3C7667B99}"/>
              </a:ext>
            </a:extLst>
          </p:cNvPr>
          <p:cNvCxnSpPr>
            <a:cxnSpLocks/>
            <a:stCxn id="8" idx="5"/>
            <a:endCxn id="11" idx="0"/>
          </p:cNvCxnSpPr>
          <p:nvPr/>
        </p:nvCxnSpPr>
        <p:spPr>
          <a:xfrm>
            <a:off x="9252697" y="1116693"/>
            <a:ext cx="2207783" cy="42978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E496016-AC64-D2B4-D99F-C75151087B71}"/>
              </a:ext>
            </a:extLst>
          </p:cNvPr>
          <p:cNvCxnSpPr>
            <a:cxnSpLocks/>
            <a:stCxn id="12" idx="0"/>
            <a:endCxn id="9" idx="3"/>
          </p:cNvCxnSpPr>
          <p:nvPr/>
        </p:nvCxnSpPr>
        <p:spPr>
          <a:xfrm flipV="1">
            <a:off x="6106982" y="2274933"/>
            <a:ext cx="434041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FF1BBDE-387D-0BAE-EC23-5839174D1F42}"/>
              </a:ext>
            </a:extLst>
          </p:cNvPr>
          <p:cNvCxnSpPr>
            <a:cxnSpLocks/>
            <a:stCxn id="19" idx="0"/>
            <a:endCxn id="9" idx="5"/>
          </p:cNvCxnSpPr>
          <p:nvPr/>
        </p:nvCxnSpPr>
        <p:spPr>
          <a:xfrm flipH="1" flipV="1">
            <a:off x="7144497" y="2274933"/>
            <a:ext cx="334907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AED8107-99AD-66EF-6384-6837F5299E5F}"/>
              </a:ext>
            </a:extLst>
          </p:cNvPr>
          <p:cNvCxnSpPr>
            <a:cxnSpLocks/>
            <a:stCxn id="20" idx="0"/>
            <a:endCxn id="10" idx="3"/>
          </p:cNvCxnSpPr>
          <p:nvPr/>
        </p:nvCxnSpPr>
        <p:spPr>
          <a:xfrm flipV="1">
            <a:off x="9128760" y="2274933"/>
            <a:ext cx="373903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03CB849-A97B-6806-CBC8-F0100273FD9F}"/>
              </a:ext>
            </a:extLst>
          </p:cNvPr>
          <p:cNvCxnSpPr>
            <a:cxnSpLocks/>
            <a:stCxn id="21" idx="0"/>
            <a:endCxn id="10" idx="5"/>
          </p:cNvCxnSpPr>
          <p:nvPr/>
        </p:nvCxnSpPr>
        <p:spPr>
          <a:xfrm flipH="1" flipV="1">
            <a:off x="10106137" y="2274933"/>
            <a:ext cx="395045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0AD3348-2984-AE11-3664-38FA9185F97B}"/>
              </a:ext>
            </a:extLst>
          </p:cNvPr>
          <p:cNvCxnSpPr>
            <a:cxnSpLocks/>
            <a:stCxn id="22" idx="0"/>
            <a:endCxn id="12" idx="4"/>
          </p:cNvCxnSpPr>
          <p:nvPr/>
        </p:nvCxnSpPr>
        <p:spPr>
          <a:xfrm flipV="1">
            <a:off x="6096000" y="3530674"/>
            <a:ext cx="10982" cy="27731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651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379445"/>
              </p:ext>
            </p:extLst>
          </p:nvPr>
        </p:nvGraphicFramePr>
        <p:xfrm>
          <a:off x="304800" y="124167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N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O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P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I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J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K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L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E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G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H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A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B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C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D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BE3E45FD-A5B0-4E4E-D311-0A9E86719166}"/>
              </a:ext>
            </a:extLst>
          </p:cNvPr>
          <p:cNvSpPr/>
          <p:nvPr/>
        </p:nvSpPr>
        <p:spPr>
          <a:xfrm>
            <a:off x="2432782" y="2759328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3F8D44B-1EAD-6320-89F1-E5A511DA8331}"/>
              </a:ext>
            </a:extLst>
          </p:cNvPr>
          <p:cNvSpPr/>
          <p:nvPr/>
        </p:nvSpPr>
        <p:spPr>
          <a:xfrm>
            <a:off x="8524240" y="388236"/>
            <a:ext cx="853440" cy="85344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E</a:t>
            </a:r>
            <a:endParaRPr lang="ko-KR" altLang="en-US" sz="2800" b="1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4490A58-5555-F162-43DD-60E2A2C2DDA9}"/>
              </a:ext>
            </a:extLst>
          </p:cNvPr>
          <p:cNvSpPr/>
          <p:nvPr/>
        </p:nvSpPr>
        <p:spPr>
          <a:xfrm>
            <a:off x="641604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I</a:t>
            </a:r>
            <a:endParaRPr lang="ko-KR" altLang="en-US" sz="2800" b="1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42F3A6E-5FCC-99CD-4F71-39416AB87D48}"/>
              </a:ext>
            </a:extLst>
          </p:cNvPr>
          <p:cNvSpPr/>
          <p:nvPr/>
        </p:nvSpPr>
        <p:spPr>
          <a:xfrm>
            <a:off x="937768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F</a:t>
            </a:r>
            <a:endParaRPr lang="ko-KR" altLang="en-US" sz="2800" b="1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E4B7FEF-B636-017E-CE44-5931A62D41D3}"/>
              </a:ext>
            </a:extLst>
          </p:cNvPr>
          <p:cNvSpPr/>
          <p:nvPr/>
        </p:nvSpPr>
        <p:spPr>
          <a:xfrm>
            <a:off x="1103376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A</a:t>
            </a:r>
            <a:endParaRPr lang="ko-KR" altLang="en-US" sz="2800" b="1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397B2E6C-116E-CB97-6828-B07AA7B42E60}"/>
              </a:ext>
            </a:extLst>
          </p:cNvPr>
          <p:cNvSpPr/>
          <p:nvPr/>
        </p:nvSpPr>
        <p:spPr>
          <a:xfrm>
            <a:off x="5680262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M</a:t>
            </a:r>
            <a:endParaRPr lang="ko-KR" altLang="en-US" sz="2800" b="1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BB8E76F-223A-6566-91B2-53AD5941AB87}"/>
              </a:ext>
            </a:extLst>
          </p:cNvPr>
          <p:cNvSpPr/>
          <p:nvPr/>
        </p:nvSpPr>
        <p:spPr>
          <a:xfrm>
            <a:off x="7052684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J</a:t>
            </a:r>
            <a:endParaRPr lang="ko-KR" altLang="en-US" sz="2800" b="1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5F7BBB0-FF32-7663-AAB2-8CEE1F5B1BF8}"/>
              </a:ext>
            </a:extLst>
          </p:cNvPr>
          <p:cNvSpPr/>
          <p:nvPr/>
        </p:nvSpPr>
        <p:spPr>
          <a:xfrm>
            <a:off x="8702040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G</a:t>
            </a:r>
            <a:endParaRPr lang="ko-KR" altLang="en-US" sz="2800" b="1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561CE56-EC0C-041F-455A-CDCFEB16C4A5}"/>
              </a:ext>
            </a:extLst>
          </p:cNvPr>
          <p:cNvSpPr/>
          <p:nvPr/>
        </p:nvSpPr>
        <p:spPr>
          <a:xfrm>
            <a:off x="10074462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B</a:t>
            </a:r>
            <a:endParaRPr lang="ko-KR" altLang="en-US" sz="2800" b="1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69225B6-9BC7-DA8E-AD45-B6C2F693AA5C}"/>
              </a:ext>
            </a:extLst>
          </p:cNvPr>
          <p:cNvSpPr/>
          <p:nvPr/>
        </p:nvSpPr>
        <p:spPr>
          <a:xfrm>
            <a:off x="5669280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N</a:t>
            </a:r>
            <a:endParaRPr lang="ko-KR" altLang="en-US" sz="2800" b="1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15E7644-9354-7681-A173-95CB3C289523}"/>
              </a:ext>
            </a:extLst>
          </p:cNvPr>
          <p:cNvSpPr/>
          <p:nvPr/>
        </p:nvSpPr>
        <p:spPr>
          <a:xfrm>
            <a:off x="7052684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K</a:t>
            </a:r>
            <a:endParaRPr lang="ko-KR" altLang="en-US" sz="2800" b="1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AA9C457-06AC-05A5-4E45-E72F80D6C10C}"/>
              </a:ext>
            </a:extLst>
          </p:cNvPr>
          <p:cNvCxnSpPr>
            <a:stCxn id="9" idx="3"/>
            <a:endCxn id="10" idx="7"/>
          </p:cNvCxnSpPr>
          <p:nvPr/>
        </p:nvCxnSpPr>
        <p:spPr>
          <a:xfrm flipH="1">
            <a:off x="7144497" y="1116693"/>
            <a:ext cx="1504726" cy="55476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4443058-4DCF-F27A-12E3-08AAF95B0177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8950960" y="1241676"/>
            <a:ext cx="853440" cy="3048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A6E6A40-E845-0D48-E043-8432D4E3D73C}"/>
              </a:ext>
            </a:extLst>
          </p:cNvPr>
          <p:cNvCxnSpPr>
            <a:cxnSpLocks/>
            <a:stCxn id="9" idx="5"/>
            <a:endCxn id="12" idx="0"/>
          </p:cNvCxnSpPr>
          <p:nvPr/>
        </p:nvCxnSpPr>
        <p:spPr>
          <a:xfrm>
            <a:off x="9252697" y="1116693"/>
            <a:ext cx="2207783" cy="42978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4311C8C-7DDE-08E7-C530-496124D59DC6}"/>
              </a:ext>
            </a:extLst>
          </p:cNvPr>
          <p:cNvCxnSpPr>
            <a:cxnSpLocks/>
            <a:stCxn id="19" idx="0"/>
            <a:endCxn id="10" idx="3"/>
          </p:cNvCxnSpPr>
          <p:nvPr/>
        </p:nvCxnSpPr>
        <p:spPr>
          <a:xfrm flipV="1">
            <a:off x="6106982" y="2274933"/>
            <a:ext cx="434041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3CE5EBB-EF79-ECB2-3C39-85D9AC36BA2E}"/>
              </a:ext>
            </a:extLst>
          </p:cNvPr>
          <p:cNvCxnSpPr>
            <a:cxnSpLocks/>
            <a:stCxn id="20" idx="0"/>
            <a:endCxn id="10" idx="5"/>
          </p:cNvCxnSpPr>
          <p:nvPr/>
        </p:nvCxnSpPr>
        <p:spPr>
          <a:xfrm flipH="1" flipV="1">
            <a:off x="7144497" y="2274933"/>
            <a:ext cx="334907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9C8C5B4-3466-EBCB-F3B2-8F3C0740C072}"/>
              </a:ext>
            </a:extLst>
          </p:cNvPr>
          <p:cNvCxnSpPr>
            <a:cxnSpLocks/>
            <a:stCxn id="21" idx="0"/>
            <a:endCxn id="11" idx="3"/>
          </p:cNvCxnSpPr>
          <p:nvPr/>
        </p:nvCxnSpPr>
        <p:spPr>
          <a:xfrm flipV="1">
            <a:off x="9128760" y="2274933"/>
            <a:ext cx="373903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37DA4B9-322B-C3F9-C445-CE0519492166}"/>
              </a:ext>
            </a:extLst>
          </p:cNvPr>
          <p:cNvCxnSpPr>
            <a:cxnSpLocks/>
            <a:stCxn id="22" idx="0"/>
            <a:endCxn id="11" idx="5"/>
          </p:cNvCxnSpPr>
          <p:nvPr/>
        </p:nvCxnSpPr>
        <p:spPr>
          <a:xfrm flipH="1" flipV="1">
            <a:off x="10106137" y="2274933"/>
            <a:ext cx="395045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0977DFC-74F8-6DAF-1A36-FA41A4D233F4}"/>
              </a:ext>
            </a:extLst>
          </p:cNvPr>
          <p:cNvCxnSpPr>
            <a:cxnSpLocks/>
            <a:stCxn id="24" idx="0"/>
            <a:endCxn id="20" idx="4"/>
          </p:cNvCxnSpPr>
          <p:nvPr/>
        </p:nvCxnSpPr>
        <p:spPr>
          <a:xfrm flipV="1">
            <a:off x="7479404" y="3520514"/>
            <a:ext cx="0" cy="28747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FDE6C482-0BE0-DCA8-24EC-3917C8FC20C5}"/>
              </a:ext>
            </a:extLst>
          </p:cNvPr>
          <p:cNvCxnSpPr>
            <a:cxnSpLocks/>
            <a:stCxn id="23" idx="0"/>
            <a:endCxn id="19" idx="4"/>
          </p:cNvCxnSpPr>
          <p:nvPr/>
        </p:nvCxnSpPr>
        <p:spPr>
          <a:xfrm flipV="1">
            <a:off x="6096000" y="3530674"/>
            <a:ext cx="10982" cy="27731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178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608161"/>
              </p:ext>
            </p:extLst>
          </p:nvPr>
        </p:nvGraphicFramePr>
        <p:xfrm>
          <a:off x="304800" y="124167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N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O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P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I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J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K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L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E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G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H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A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B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C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D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BE3E45FD-A5B0-4E4E-D311-0A9E86719166}"/>
              </a:ext>
            </a:extLst>
          </p:cNvPr>
          <p:cNvSpPr/>
          <p:nvPr/>
        </p:nvSpPr>
        <p:spPr>
          <a:xfrm>
            <a:off x="3692622" y="3829607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B6AB912F-6A54-8618-D420-6D6C00962105}"/>
              </a:ext>
            </a:extLst>
          </p:cNvPr>
          <p:cNvSpPr/>
          <p:nvPr/>
        </p:nvSpPr>
        <p:spPr>
          <a:xfrm>
            <a:off x="8524240" y="388236"/>
            <a:ext cx="853440" cy="85344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E</a:t>
            </a:r>
            <a:endParaRPr lang="ko-KR" altLang="en-US" sz="2800" b="1" dirty="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0D525D37-AF16-BC84-0979-EE10F4C84D1E}"/>
              </a:ext>
            </a:extLst>
          </p:cNvPr>
          <p:cNvSpPr/>
          <p:nvPr/>
        </p:nvSpPr>
        <p:spPr>
          <a:xfrm>
            <a:off x="641604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I</a:t>
            </a:r>
            <a:endParaRPr lang="ko-KR" altLang="en-US" sz="2800" b="1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0853B6D4-907F-7C79-6A90-02D18152FE08}"/>
              </a:ext>
            </a:extLst>
          </p:cNvPr>
          <p:cNvSpPr/>
          <p:nvPr/>
        </p:nvSpPr>
        <p:spPr>
          <a:xfrm>
            <a:off x="937768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F</a:t>
            </a:r>
            <a:endParaRPr lang="ko-KR" altLang="en-US" sz="2800" b="1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AC22579B-3108-61B6-030F-69D1C4CAC180}"/>
              </a:ext>
            </a:extLst>
          </p:cNvPr>
          <p:cNvSpPr/>
          <p:nvPr/>
        </p:nvSpPr>
        <p:spPr>
          <a:xfrm>
            <a:off x="1103376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A</a:t>
            </a:r>
            <a:endParaRPr lang="ko-KR" altLang="en-US" sz="2800" b="1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E1C8B3B-C3FA-41CF-A92B-3E8B01A02CE3}"/>
              </a:ext>
            </a:extLst>
          </p:cNvPr>
          <p:cNvSpPr/>
          <p:nvPr/>
        </p:nvSpPr>
        <p:spPr>
          <a:xfrm>
            <a:off x="5680262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M</a:t>
            </a:r>
            <a:endParaRPr lang="ko-KR" altLang="en-US" sz="2800" b="1" dirty="0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31EDA060-4EBE-038D-20FA-3B789EEF165F}"/>
              </a:ext>
            </a:extLst>
          </p:cNvPr>
          <p:cNvSpPr/>
          <p:nvPr/>
        </p:nvSpPr>
        <p:spPr>
          <a:xfrm>
            <a:off x="7052684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J</a:t>
            </a:r>
            <a:endParaRPr lang="ko-KR" altLang="en-US" sz="2800" b="1" dirty="0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F4E3A74D-5A95-716A-932B-3B0EA539FE5F}"/>
              </a:ext>
            </a:extLst>
          </p:cNvPr>
          <p:cNvSpPr/>
          <p:nvPr/>
        </p:nvSpPr>
        <p:spPr>
          <a:xfrm>
            <a:off x="8702040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G</a:t>
            </a:r>
            <a:endParaRPr lang="ko-KR" altLang="en-US" sz="2800" b="1" dirty="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B00C052B-1553-F9A4-315E-8B2DCA576680}"/>
              </a:ext>
            </a:extLst>
          </p:cNvPr>
          <p:cNvSpPr/>
          <p:nvPr/>
        </p:nvSpPr>
        <p:spPr>
          <a:xfrm>
            <a:off x="10074462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B</a:t>
            </a:r>
            <a:endParaRPr lang="ko-KR" altLang="en-US" sz="2800" b="1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8BC50F60-C08F-BD85-9F93-800C5C786CEB}"/>
              </a:ext>
            </a:extLst>
          </p:cNvPr>
          <p:cNvSpPr/>
          <p:nvPr/>
        </p:nvSpPr>
        <p:spPr>
          <a:xfrm>
            <a:off x="5669280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N</a:t>
            </a:r>
            <a:endParaRPr lang="ko-KR" altLang="en-US" sz="2800" b="1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9D78FDF-9D4B-37EC-C34A-FC0EAA68FAAE}"/>
              </a:ext>
            </a:extLst>
          </p:cNvPr>
          <p:cNvSpPr/>
          <p:nvPr/>
        </p:nvSpPr>
        <p:spPr>
          <a:xfrm>
            <a:off x="7052684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K</a:t>
            </a:r>
            <a:endParaRPr lang="ko-KR" altLang="en-US" sz="28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C6BACF67-CC7A-20BA-B479-DDF4C9F2EF56}"/>
              </a:ext>
            </a:extLst>
          </p:cNvPr>
          <p:cNvSpPr/>
          <p:nvPr/>
        </p:nvSpPr>
        <p:spPr>
          <a:xfrm>
            <a:off x="8222503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H</a:t>
            </a:r>
            <a:endParaRPr lang="ko-KR" altLang="en-US" sz="2800" b="1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6FBF46F-A380-69BE-F723-D79E0FCC7AD3}"/>
              </a:ext>
            </a:extLst>
          </p:cNvPr>
          <p:cNvCxnSpPr>
            <a:stCxn id="42" idx="3"/>
            <a:endCxn id="43" idx="7"/>
          </p:cNvCxnSpPr>
          <p:nvPr/>
        </p:nvCxnSpPr>
        <p:spPr>
          <a:xfrm flipH="1">
            <a:off x="7144497" y="1116693"/>
            <a:ext cx="1504726" cy="55476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30AEC91A-3396-972F-58FE-809191E7BDDC}"/>
              </a:ext>
            </a:extLst>
          </p:cNvPr>
          <p:cNvCxnSpPr>
            <a:cxnSpLocks/>
            <a:stCxn id="42" idx="4"/>
            <a:endCxn id="44" idx="0"/>
          </p:cNvCxnSpPr>
          <p:nvPr/>
        </p:nvCxnSpPr>
        <p:spPr>
          <a:xfrm>
            <a:off x="8950960" y="1241676"/>
            <a:ext cx="853440" cy="3048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68689687-2F5D-DCD0-E2F2-AA52B462791B}"/>
              </a:ext>
            </a:extLst>
          </p:cNvPr>
          <p:cNvCxnSpPr>
            <a:cxnSpLocks/>
            <a:stCxn id="42" idx="5"/>
            <a:endCxn id="45" idx="0"/>
          </p:cNvCxnSpPr>
          <p:nvPr/>
        </p:nvCxnSpPr>
        <p:spPr>
          <a:xfrm>
            <a:off x="9252697" y="1116693"/>
            <a:ext cx="2207783" cy="42978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6995C27E-A006-A439-6E9B-10F9AD6D09C4}"/>
              </a:ext>
            </a:extLst>
          </p:cNvPr>
          <p:cNvCxnSpPr>
            <a:cxnSpLocks/>
            <a:stCxn id="46" idx="0"/>
            <a:endCxn id="43" idx="3"/>
          </p:cNvCxnSpPr>
          <p:nvPr/>
        </p:nvCxnSpPr>
        <p:spPr>
          <a:xfrm flipV="1">
            <a:off x="6106982" y="2274933"/>
            <a:ext cx="434041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023289E5-28DF-F4E6-1DEB-0FD2D5964F18}"/>
              </a:ext>
            </a:extLst>
          </p:cNvPr>
          <p:cNvCxnSpPr>
            <a:cxnSpLocks/>
            <a:stCxn id="47" idx="0"/>
            <a:endCxn id="43" idx="5"/>
          </p:cNvCxnSpPr>
          <p:nvPr/>
        </p:nvCxnSpPr>
        <p:spPr>
          <a:xfrm flipH="1" flipV="1">
            <a:off x="7144497" y="2274933"/>
            <a:ext cx="334907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4BB172B-42CF-4035-9068-CACDAE0E1E0B}"/>
              </a:ext>
            </a:extLst>
          </p:cNvPr>
          <p:cNvCxnSpPr>
            <a:cxnSpLocks/>
            <a:stCxn id="48" idx="0"/>
            <a:endCxn id="44" idx="3"/>
          </p:cNvCxnSpPr>
          <p:nvPr/>
        </p:nvCxnSpPr>
        <p:spPr>
          <a:xfrm flipV="1">
            <a:off x="9128760" y="2274933"/>
            <a:ext cx="373903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DDA3D3FB-5E16-3CF2-B0DC-052898C8546A}"/>
              </a:ext>
            </a:extLst>
          </p:cNvPr>
          <p:cNvCxnSpPr>
            <a:cxnSpLocks/>
            <a:stCxn id="49" idx="0"/>
            <a:endCxn id="44" idx="5"/>
          </p:cNvCxnSpPr>
          <p:nvPr/>
        </p:nvCxnSpPr>
        <p:spPr>
          <a:xfrm flipH="1" flipV="1">
            <a:off x="10106137" y="2274933"/>
            <a:ext cx="395045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262ADEA-5C78-F704-C6E3-B53B5A7A4BD8}"/>
              </a:ext>
            </a:extLst>
          </p:cNvPr>
          <p:cNvCxnSpPr>
            <a:cxnSpLocks/>
            <a:stCxn id="51" idx="0"/>
            <a:endCxn id="47" idx="4"/>
          </p:cNvCxnSpPr>
          <p:nvPr/>
        </p:nvCxnSpPr>
        <p:spPr>
          <a:xfrm flipV="1">
            <a:off x="7479404" y="3520514"/>
            <a:ext cx="0" cy="28747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A403AB10-D35F-50A3-C438-3CDE2D7F8274}"/>
              </a:ext>
            </a:extLst>
          </p:cNvPr>
          <p:cNvCxnSpPr>
            <a:cxnSpLocks/>
            <a:stCxn id="50" idx="0"/>
            <a:endCxn id="46" idx="4"/>
          </p:cNvCxnSpPr>
          <p:nvPr/>
        </p:nvCxnSpPr>
        <p:spPr>
          <a:xfrm flipV="1">
            <a:off x="6096000" y="3530674"/>
            <a:ext cx="10982" cy="27731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70CE9AB6-9634-9697-3CC6-119A668A124C}"/>
              </a:ext>
            </a:extLst>
          </p:cNvPr>
          <p:cNvCxnSpPr>
            <a:cxnSpLocks/>
            <a:stCxn id="48" idx="3"/>
            <a:endCxn id="52" idx="0"/>
          </p:cNvCxnSpPr>
          <p:nvPr/>
        </p:nvCxnSpPr>
        <p:spPr>
          <a:xfrm flipH="1">
            <a:off x="8649223" y="3405691"/>
            <a:ext cx="177800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타원 69">
            <a:extLst>
              <a:ext uri="{FF2B5EF4-FFF2-40B4-BE49-F238E27FC236}">
                <a16:creationId xmlns:a16="http://schemas.microsoft.com/office/drawing/2014/main" id="{F26F9B7B-CBF3-A856-269E-BAF166AEDFF9}"/>
              </a:ext>
            </a:extLst>
          </p:cNvPr>
          <p:cNvSpPr/>
          <p:nvPr/>
        </p:nvSpPr>
        <p:spPr>
          <a:xfrm>
            <a:off x="9257777" y="379783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C</a:t>
            </a:r>
            <a:endParaRPr lang="ko-KR" altLang="en-US" sz="2800" b="1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AFF2726E-B1B6-7E00-3265-B9FC941EF278}"/>
              </a:ext>
            </a:extLst>
          </p:cNvPr>
          <p:cNvCxnSpPr>
            <a:cxnSpLocks/>
            <a:stCxn id="48" idx="5"/>
            <a:endCxn id="70" idx="0"/>
          </p:cNvCxnSpPr>
          <p:nvPr/>
        </p:nvCxnSpPr>
        <p:spPr>
          <a:xfrm>
            <a:off x="9430497" y="3405691"/>
            <a:ext cx="254000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화살표: 오른쪽 75">
            <a:extLst>
              <a:ext uri="{FF2B5EF4-FFF2-40B4-BE49-F238E27FC236}">
                <a16:creationId xmlns:a16="http://schemas.microsoft.com/office/drawing/2014/main" id="{1EA250D6-A3F1-86BE-60A0-8893B557A9AD}"/>
              </a:ext>
            </a:extLst>
          </p:cNvPr>
          <p:cNvSpPr/>
          <p:nvPr/>
        </p:nvSpPr>
        <p:spPr>
          <a:xfrm rot="5400000">
            <a:off x="3032222" y="4367737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41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943464"/>
              </p:ext>
            </p:extLst>
          </p:nvPr>
        </p:nvGraphicFramePr>
        <p:xfrm>
          <a:off x="304800" y="124167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N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O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P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I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J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K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L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E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G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H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A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B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C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D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sp>
        <p:nvSpPr>
          <p:cNvPr id="10" name="타원 9">
            <a:extLst>
              <a:ext uri="{FF2B5EF4-FFF2-40B4-BE49-F238E27FC236}">
                <a16:creationId xmlns:a16="http://schemas.microsoft.com/office/drawing/2014/main" id="{689E29C9-096E-210C-3600-E50139809845}"/>
              </a:ext>
            </a:extLst>
          </p:cNvPr>
          <p:cNvSpPr/>
          <p:nvPr/>
        </p:nvSpPr>
        <p:spPr>
          <a:xfrm>
            <a:off x="8524240" y="388236"/>
            <a:ext cx="853440" cy="85344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E</a:t>
            </a:r>
            <a:endParaRPr lang="ko-KR" altLang="en-US" sz="2800" b="1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856B110-5FDE-91F6-508A-F8AFB4777F47}"/>
              </a:ext>
            </a:extLst>
          </p:cNvPr>
          <p:cNvSpPr/>
          <p:nvPr/>
        </p:nvSpPr>
        <p:spPr>
          <a:xfrm>
            <a:off x="641604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I</a:t>
            </a:r>
            <a:endParaRPr lang="ko-KR" altLang="en-US" sz="2800" b="1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4C67FD7-8515-CB1F-111A-BE2716FA0B72}"/>
              </a:ext>
            </a:extLst>
          </p:cNvPr>
          <p:cNvSpPr/>
          <p:nvPr/>
        </p:nvSpPr>
        <p:spPr>
          <a:xfrm>
            <a:off x="937768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F</a:t>
            </a:r>
            <a:endParaRPr lang="ko-KR" altLang="en-US" sz="2800" b="1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A16A4D4-04DE-D656-6B89-3FED10D0999C}"/>
              </a:ext>
            </a:extLst>
          </p:cNvPr>
          <p:cNvSpPr/>
          <p:nvPr/>
        </p:nvSpPr>
        <p:spPr>
          <a:xfrm>
            <a:off x="1103376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A</a:t>
            </a:r>
            <a:endParaRPr lang="ko-KR" altLang="en-US" sz="2800" b="1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04F5309-C567-1F8B-3E23-9F89CC97DDE4}"/>
              </a:ext>
            </a:extLst>
          </p:cNvPr>
          <p:cNvSpPr/>
          <p:nvPr/>
        </p:nvSpPr>
        <p:spPr>
          <a:xfrm>
            <a:off x="5680262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M</a:t>
            </a:r>
            <a:endParaRPr lang="ko-KR" altLang="en-US" sz="2800" b="1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C938B12-8DE7-1785-C433-A29D92844377}"/>
              </a:ext>
            </a:extLst>
          </p:cNvPr>
          <p:cNvSpPr/>
          <p:nvPr/>
        </p:nvSpPr>
        <p:spPr>
          <a:xfrm>
            <a:off x="7052684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J</a:t>
            </a:r>
            <a:endParaRPr lang="ko-KR" altLang="en-US" sz="2800" b="1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022C431-96FC-63E2-9A4F-2B5263BF2E0A}"/>
              </a:ext>
            </a:extLst>
          </p:cNvPr>
          <p:cNvSpPr/>
          <p:nvPr/>
        </p:nvSpPr>
        <p:spPr>
          <a:xfrm>
            <a:off x="8702040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G</a:t>
            </a:r>
            <a:endParaRPr lang="ko-KR" altLang="en-US" sz="2800" b="1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80CF51E-02E4-3D10-3920-BEB603A9D63C}"/>
              </a:ext>
            </a:extLst>
          </p:cNvPr>
          <p:cNvSpPr/>
          <p:nvPr/>
        </p:nvSpPr>
        <p:spPr>
          <a:xfrm>
            <a:off x="10074462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B</a:t>
            </a:r>
            <a:endParaRPr lang="ko-KR" altLang="en-US" sz="2800" b="1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EFA2303-6004-8560-B066-3D8DE9C54862}"/>
              </a:ext>
            </a:extLst>
          </p:cNvPr>
          <p:cNvSpPr/>
          <p:nvPr/>
        </p:nvSpPr>
        <p:spPr>
          <a:xfrm>
            <a:off x="5669280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N</a:t>
            </a:r>
            <a:endParaRPr lang="ko-KR" altLang="en-US" sz="2800" b="1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049F566-2E27-49EC-0945-086538581C87}"/>
              </a:ext>
            </a:extLst>
          </p:cNvPr>
          <p:cNvSpPr/>
          <p:nvPr/>
        </p:nvSpPr>
        <p:spPr>
          <a:xfrm>
            <a:off x="7052684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K</a:t>
            </a:r>
            <a:endParaRPr lang="ko-KR" altLang="en-US" sz="2800" b="1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1F19F62-2AC9-FD1A-494A-6546DA53C6BB}"/>
              </a:ext>
            </a:extLst>
          </p:cNvPr>
          <p:cNvCxnSpPr>
            <a:stCxn id="10" idx="3"/>
            <a:endCxn id="11" idx="7"/>
          </p:cNvCxnSpPr>
          <p:nvPr/>
        </p:nvCxnSpPr>
        <p:spPr>
          <a:xfrm flipH="1">
            <a:off x="7144497" y="1116693"/>
            <a:ext cx="1504726" cy="55476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8360887-3B19-DE93-2C7F-7569B298FED7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8950960" y="1241676"/>
            <a:ext cx="853440" cy="3048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7B3E887-1A25-F3DF-BCC9-FE8972D510FE}"/>
              </a:ext>
            </a:extLst>
          </p:cNvPr>
          <p:cNvCxnSpPr>
            <a:cxnSpLocks/>
            <a:stCxn id="10" idx="5"/>
            <a:endCxn id="19" idx="0"/>
          </p:cNvCxnSpPr>
          <p:nvPr/>
        </p:nvCxnSpPr>
        <p:spPr>
          <a:xfrm>
            <a:off x="9252697" y="1116693"/>
            <a:ext cx="2207783" cy="42978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85C7793-83C6-776B-AAB2-2AA934CD0DC7}"/>
              </a:ext>
            </a:extLst>
          </p:cNvPr>
          <p:cNvCxnSpPr>
            <a:cxnSpLocks/>
            <a:stCxn id="20" idx="0"/>
            <a:endCxn id="11" idx="3"/>
          </p:cNvCxnSpPr>
          <p:nvPr/>
        </p:nvCxnSpPr>
        <p:spPr>
          <a:xfrm flipV="1">
            <a:off x="6106982" y="2274933"/>
            <a:ext cx="434041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9FDC9A7-7020-163B-8B1D-334B60076B58}"/>
              </a:ext>
            </a:extLst>
          </p:cNvPr>
          <p:cNvCxnSpPr>
            <a:cxnSpLocks/>
            <a:stCxn id="21" idx="0"/>
            <a:endCxn id="11" idx="5"/>
          </p:cNvCxnSpPr>
          <p:nvPr/>
        </p:nvCxnSpPr>
        <p:spPr>
          <a:xfrm flipH="1" flipV="1">
            <a:off x="7144497" y="2274933"/>
            <a:ext cx="334907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2F943D2-8F99-D301-75B8-103B4AD2968D}"/>
              </a:ext>
            </a:extLst>
          </p:cNvPr>
          <p:cNvCxnSpPr>
            <a:cxnSpLocks/>
            <a:stCxn id="22" idx="0"/>
            <a:endCxn id="12" idx="3"/>
          </p:cNvCxnSpPr>
          <p:nvPr/>
        </p:nvCxnSpPr>
        <p:spPr>
          <a:xfrm flipV="1">
            <a:off x="9128760" y="2274933"/>
            <a:ext cx="373903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F72106B-24BE-F178-6D35-BA2973555C8F}"/>
              </a:ext>
            </a:extLst>
          </p:cNvPr>
          <p:cNvCxnSpPr>
            <a:cxnSpLocks/>
            <a:stCxn id="23" idx="0"/>
            <a:endCxn id="12" idx="5"/>
          </p:cNvCxnSpPr>
          <p:nvPr/>
        </p:nvCxnSpPr>
        <p:spPr>
          <a:xfrm flipH="1" flipV="1">
            <a:off x="10106137" y="2274933"/>
            <a:ext cx="395045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9A13EEB-A3B8-534C-BE7D-87E808970BC9}"/>
              </a:ext>
            </a:extLst>
          </p:cNvPr>
          <p:cNvCxnSpPr>
            <a:cxnSpLocks/>
            <a:stCxn id="25" idx="0"/>
            <a:endCxn id="21" idx="4"/>
          </p:cNvCxnSpPr>
          <p:nvPr/>
        </p:nvCxnSpPr>
        <p:spPr>
          <a:xfrm flipV="1">
            <a:off x="7479404" y="3520514"/>
            <a:ext cx="0" cy="28747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ECDE583-2E67-56C9-E82F-70EAB9818252}"/>
              </a:ext>
            </a:extLst>
          </p:cNvPr>
          <p:cNvCxnSpPr>
            <a:cxnSpLocks/>
            <a:stCxn id="24" idx="0"/>
            <a:endCxn id="20" idx="4"/>
          </p:cNvCxnSpPr>
          <p:nvPr/>
        </p:nvCxnSpPr>
        <p:spPr>
          <a:xfrm flipV="1">
            <a:off x="6096000" y="3530674"/>
            <a:ext cx="10982" cy="27731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542434CF-21B0-B9B2-136A-292DC730106A}"/>
              </a:ext>
            </a:extLst>
          </p:cNvPr>
          <p:cNvSpPr/>
          <p:nvPr/>
        </p:nvSpPr>
        <p:spPr>
          <a:xfrm>
            <a:off x="8222503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H</a:t>
            </a:r>
            <a:endParaRPr lang="ko-KR" altLang="en-US" sz="2800" b="1" dirty="0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BC09E582-34A0-ADA9-7399-DD2A97BB47FD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8649223" y="3405691"/>
            <a:ext cx="177800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타원 44">
            <a:extLst>
              <a:ext uri="{FF2B5EF4-FFF2-40B4-BE49-F238E27FC236}">
                <a16:creationId xmlns:a16="http://schemas.microsoft.com/office/drawing/2014/main" id="{2DA144DD-9440-041E-F8D3-7A8018EC9002}"/>
              </a:ext>
            </a:extLst>
          </p:cNvPr>
          <p:cNvSpPr/>
          <p:nvPr/>
        </p:nvSpPr>
        <p:spPr>
          <a:xfrm>
            <a:off x="9257777" y="379783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C</a:t>
            </a:r>
            <a:endParaRPr lang="ko-KR" altLang="en-US" sz="2800" b="1" dirty="0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972E482-7027-A7C7-2CF5-B07954BE080E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9430497" y="3405691"/>
            <a:ext cx="254000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340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340715"/>
              </p:ext>
            </p:extLst>
          </p:nvPr>
        </p:nvGraphicFramePr>
        <p:xfrm>
          <a:off x="304800" y="124167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N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O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P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I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J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K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L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E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G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H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A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B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C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D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BE3E45FD-A5B0-4E4E-D311-0A9E86719166}"/>
              </a:ext>
            </a:extLst>
          </p:cNvPr>
          <p:cNvSpPr/>
          <p:nvPr/>
        </p:nvSpPr>
        <p:spPr>
          <a:xfrm>
            <a:off x="2432782" y="1638730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D02046E-397A-7A98-4533-DEDC58556FDA}"/>
              </a:ext>
            </a:extLst>
          </p:cNvPr>
          <p:cNvSpPr/>
          <p:nvPr/>
        </p:nvSpPr>
        <p:spPr>
          <a:xfrm>
            <a:off x="8524240" y="388236"/>
            <a:ext cx="853440" cy="85344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E</a:t>
            </a:r>
            <a:endParaRPr lang="ko-KR" altLang="en-US" sz="2800" b="1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88E6E5F-19A4-FADC-D135-6BBF5712C759}"/>
              </a:ext>
            </a:extLst>
          </p:cNvPr>
          <p:cNvSpPr/>
          <p:nvPr/>
        </p:nvSpPr>
        <p:spPr>
          <a:xfrm>
            <a:off x="641604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I</a:t>
            </a:r>
            <a:endParaRPr lang="ko-KR" altLang="en-US" sz="2800" b="1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10CA6EA-D388-8A81-D6D4-22DD5A0D08C7}"/>
              </a:ext>
            </a:extLst>
          </p:cNvPr>
          <p:cNvSpPr/>
          <p:nvPr/>
        </p:nvSpPr>
        <p:spPr>
          <a:xfrm>
            <a:off x="937768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F</a:t>
            </a:r>
            <a:endParaRPr lang="ko-KR" altLang="en-US" sz="2800" b="1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194A616-69EF-365A-A43A-48FC29AA2E71}"/>
              </a:ext>
            </a:extLst>
          </p:cNvPr>
          <p:cNvSpPr/>
          <p:nvPr/>
        </p:nvSpPr>
        <p:spPr>
          <a:xfrm>
            <a:off x="1103376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A</a:t>
            </a:r>
            <a:endParaRPr lang="ko-KR" altLang="en-US" sz="2800" b="1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81E7FDD-4AC5-20D2-B314-435CF25A54AF}"/>
              </a:ext>
            </a:extLst>
          </p:cNvPr>
          <p:cNvSpPr/>
          <p:nvPr/>
        </p:nvSpPr>
        <p:spPr>
          <a:xfrm>
            <a:off x="5680262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M</a:t>
            </a:r>
            <a:endParaRPr lang="ko-KR" altLang="en-US" sz="2800" b="1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B5B78E1-23F8-896C-11FB-D6F068546FE0}"/>
              </a:ext>
            </a:extLst>
          </p:cNvPr>
          <p:cNvSpPr/>
          <p:nvPr/>
        </p:nvSpPr>
        <p:spPr>
          <a:xfrm>
            <a:off x="7052684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J</a:t>
            </a:r>
            <a:endParaRPr lang="ko-KR" altLang="en-US" sz="2800" b="1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8059089-14FD-61BB-8C39-820089A40F73}"/>
              </a:ext>
            </a:extLst>
          </p:cNvPr>
          <p:cNvSpPr/>
          <p:nvPr/>
        </p:nvSpPr>
        <p:spPr>
          <a:xfrm>
            <a:off x="8702040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G</a:t>
            </a:r>
            <a:endParaRPr lang="ko-KR" altLang="en-US" sz="2800" b="1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353A5B5-CC1F-F9EC-C5E6-5D4DEA61564C}"/>
              </a:ext>
            </a:extLst>
          </p:cNvPr>
          <p:cNvSpPr/>
          <p:nvPr/>
        </p:nvSpPr>
        <p:spPr>
          <a:xfrm>
            <a:off x="10074462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B</a:t>
            </a:r>
            <a:endParaRPr lang="ko-KR" altLang="en-US" sz="2800" b="1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F754F30-708F-311E-4AB1-71A44D9CD1B7}"/>
              </a:ext>
            </a:extLst>
          </p:cNvPr>
          <p:cNvSpPr/>
          <p:nvPr/>
        </p:nvSpPr>
        <p:spPr>
          <a:xfrm>
            <a:off x="5669280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N</a:t>
            </a:r>
            <a:endParaRPr lang="ko-KR" altLang="en-US" sz="2800" b="1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104044F0-1ED8-8734-16D5-6B3E85331271}"/>
              </a:ext>
            </a:extLst>
          </p:cNvPr>
          <p:cNvSpPr/>
          <p:nvPr/>
        </p:nvSpPr>
        <p:spPr>
          <a:xfrm>
            <a:off x="7052684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K</a:t>
            </a:r>
            <a:endParaRPr lang="ko-KR" altLang="en-US" sz="2800" b="1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945BFEE8-5189-1FE1-6193-40E5B9F1E94F}"/>
              </a:ext>
            </a:extLst>
          </p:cNvPr>
          <p:cNvSpPr/>
          <p:nvPr/>
        </p:nvSpPr>
        <p:spPr>
          <a:xfrm>
            <a:off x="5680262" y="4938750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O</a:t>
            </a:r>
            <a:endParaRPr lang="ko-KR" altLang="en-US" sz="2800" b="1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79EB57E-BC63-4C12-A8A3-3AC1DD038DDE}"/>
              </a:ext>
            </a:extLst>
          </p:cNvPr>
          <p:cNvCxnSpPr>
            <a:stCxn id="11" idx="3"/>
            <a:endCxn id="12" idx="7"/>
          </p:cNvCxnSpPr>
          <p:nvPr/>
        </p:nvCxnSpPr>
        <p:spPr>
          <a:xfrm flipH="1">
            <a:off x="7144497" y="1116693"/>
            <a:ext cx="1504726" cy="55476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6412B9F-3938-D3B0-9E33-B4CEE131AA17}"/>
              </a:ext>
            </a:extLst>
          </p:cNvPr>
          <p:cNvCxnSpPr>
            <a:cxnSpLocks/>
            <a:stCxn id="11" idx="4"/>
            <a:endCxn id="19" idx="0"/>
          </p:cNvCxnSpPr>
          <p:nvPr/>
        </p:nvCxnSpPr>
        <p:spPr>
          <a:xfrm>
            <a:off x="8950960" y="1241676"/>
            <a:ext cx="853440" cy="3048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5EA43BE-2DBF-0F93-B661-D8345220333E}"/>
              </a:ext>
            </a:extLst>
          </p:cNvPr>
          <p:cNvCxnSpPr>
            <a:cxnSpLocks/>
            <a:stCxn id="11" idx="5"/>
            <a:endCxn id="20" idx="0"/>
          </p:cNvCxnSpPr>
          <p:nvPr/>
        </p:nvCxnSpPr>
        <p:spPr>
          <a:xfrm>
            <a:off x="9252697" y="1116693"/>
            <a:ext cx="2207783" cy="42978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7B1E83D5-BAAF-526C-8884-426A175A5F85}"/>
              </a:ext>
            </a:extLst>
          </p:cNvPr>
          <p:cNvCxnSpPr>
            <a:cxnSpLocks/>
            <a:stCxn id="21" idx="0"/>
            <a:endCxn id="12" idx="3"/>
          </p:cNvCxnSpPr>
          <p:nvPr/>
        </p:nvCxnSpPr>
        <p:spPr>
          <a:xfrm flipV="1">
            <a:off x="6106982" y="2274933"/>
            <a:ext cx="434041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5F6F06B-382D-7AB8-D93F-235298AD6AF1}"/>
              </a:ext>
            </a:extLst>
          </p:cNvPr>
          <p:cNvCxnSpPr>
            <a:cxnSpLocks/>
            <a:stCxn id="22" idx="0"/>
            <a:endCxn id="12" idx="5"/>
          </p:cNvCxnSpPr>
          <p:nvPr/>
        </p:nvCxnSpPr>
        <p:spPr>
          <a:xfrm flipH="1" flipV="1">
            <a:off x="7144497" y="2274933"/>
            <a:ext cx="334907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024F7A4-C147-54A3-E9EB-055D52F7B17B}"/>
              </a:ext>
            </a:extLst>
          </p:cNvPr>
          <p:cNvCxnSpPr>
            <a:cxnSpLocks/>
            <a:stCxn id="23" idx="0"/>
            <a:endCxn id="19" idx="3"/>
          </p:cNvCxnSpPr>
          <p:nvPr/>
        </p:nvCxnSpPr>
        <p:spPr>
          <a:xfrm flipV="1">
            <a:off x="9128760" y="2274933"/>
            <a:ext cx="373903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339EC18B-30A4-B373-C427-74195C44EF9D}"/>
              </a:ext>
            </a:extLst>
          </p:cNvPr>
          <p:cNvCxnSpPr>
            <a:cxnSpLocks/>
            <a:stCxn id="24" idx="0"/>
            <a:endCxn id="19" idx="5"/>
          </p:cNvCxnSpPr>
          <p:nvPr/>
        </p:nvCxnSpPr>
        <p:spPr>
          <a:xfrm flipH="1" flipV="1">
            <a:off x="10106137" y="2274933"/>
            <a:ext cx="395045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F2EDB41C-B4D1-A4E2-198B-642D2C4801C0}"/>
              </a:ext>
            </a:extLst>
          </p:cNvPr>
          <p:cNvCxnSpPr>
            <a:cxnSpLocks/>
            <a:stCxn id="26" idx="0"/>
            <a:endCxn id="22" idx="4"/>
          </p:cNvCxnSpPr>
          <p:nvPr/>
        </p:nvCxnSpPr>
        <p:spPr>
          <a:xfrm flipV="1">
            <a:off x="7479404" y="3520514"/>
            <a:ext cx="0" cy="28747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8655922-0A0A-ED87-E34D-62D3BB607C51}"/>
              </a:ext>
            </a:extLst>
          </p:cNvPr>
          <p:cNvCxnSpPr>
            <a:cxnSpLocks/>
            <a:stCxn id="25" idx="0"/>
            <a:endCxn id="21" idx="4"/>
          </p:cNvCxnSpPr>
          <p:nvPr/>
        </p:nvCxnSpPr>
        <p:spPr>
          <a:xfrm flipV="1">
            <a:off x="6096000" y="3530674"/>
            <a:ext cx="10982" cy="27731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8753397A-4987-BE28-035D-C92CB31E9794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>
            <a:off x="6096000" y="4661432"/>
            <a:ext cx="10982" cy="27731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>
            <a:extLst>
              <a:ext uri="{FF2B5EF4-FFF2-40B4-BE49-F238E27FC236}">
                <a16:creationId xmlns:a16="http://schemas.microsoft.com/office/drawing/2014/main" id="{D36FDB68-EE81-B788-B38B-CFA8421E4A11}"/>
              </a:ext>
            </a:extLst>
          </p:cNvPr>
          <p:cNvSpPr/>
          <p:nvPr/>
        </p:nvSpPr>
        <p:spPr>
          <a:xfrm>
            <a:off x="8222503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H</a:t>
            </a:r>
            <a:endParaRPr lang="ko-KR" altLang="en-US" sz="2800" b="1" dirty="0"/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04D7AAD3-9022-F9A0-0633-68EA8E2B3467}"/>
              </a:ext>
            </a:extLst>
          </p:cNvPr>
          <p:cNvCxnSpPr>
            <a:cxnSpLocks/>
            <a:endCxn id="44" idx="0"/>
          </p:cNvCxnSpPr>
          <p:nvPr/>
        </p:nvCxnSpPr>
        <p:spPr>
          <a:xfrm flipH="1">
            <a:off x="8649223" y="3405691"/>
            <a:ext cx="177800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82767E2E-D617-0EA6-2E0D-F23F4CD70935}"/>
              </a:ext>
            </a:extLst>
          </p:cNvPr>
          <p:cNvSpPr/>
          <p:nvPr/>
        </p:nvSpPr>
        <p:spPr>
          <a:xfrm>
            <a:off x="9257777" y="379783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C</a:t>
            </a:r>
            <a:endParaRPr lang="ko-KR" altLang="en-US" sz="2800" b="1" dirty="0"/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61B358D-4996-36CA-D7DA-520E45E8C574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9430497" y="3405691"/>
            <a:ext cx="254000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8288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050991"/>
              </p:ext>
            </p:extLst>
          </p:nvPr>
        </p:nvGraphicFramePr>
        <p:xfrm>
          <a:off x="304800" y="124167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N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O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P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I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J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K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L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E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G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H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A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B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C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D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BE3E45FD-A5B0-4E4E-D311-0A9E86719166}"/>
              </a:ext>
            </a:extLst>
          </p:cNvPr>
          <p:cNvSpPr/>
          <p:nvPr/>
        </p:nvSpPr>
        <p:spPr>
          <a:xfrm>
            <a:off x="3695319" y="2759328"/>
            <a:ext cx="600516" cy="334466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BC6DAFF-7804-D1A1-3F7E-929DF360308D}"/>
              </a:ext>
            </a:extLst>
          </p:cNvPr>
          <p:cNvSpPr/>
          <p:nvPr/>
        </p:nvSpPr>
        <p:spPr>
          <a:xfrm>
            <a:off x="8524240" y="388236"/>
            <a:ext cx="853440" cy="85344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E</a:t>
            </a:r>
            <a:endParaRPr lang="ko-KR" altLang="en-US" sz="2800" b="1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3658AE3-9F73-0C35-7A52-E0BF417797F7}"/>
              </a:ext>
            </a:extLst>
          </p:cNvPr>
          <p:cNvSpPr/>
          <p:nvPr/>
        </p:nvSpPr>
        <p:spPr>
          <a:xfrm>
            <a:off x="641604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I</a:t>
            </a:r>
            <a:endParaRPr lang="ko-KR" altLang="en-US" sz="2800" b="1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FD20B35-0C24-A41D-8B61-9999FD556406}"/>
              </a:ext>
            </a:extLst>
          </p:cNvPr>
          <p:cNvSpPr/>
          <p:nvPr/>
        </p:nvSpPr>
        <p:spPr>
          <a:xfrm>
            <a:off x="937768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F</a:t>
            </a:r>
            <a:endParaRPr lang="ko-KR" altLang="en-US" sz="2800" b="1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AC20ECF-101C-B4F6-68F0-78DA6E85443F}"/>
              </a:ext>
            </a:extLst>
          </p:cNvPr>
          <p:cNvSpPr/>
          <p:nvPr/>
        </p:nvSpPr>
        <p:spPr>
          <a:xfrm>
            <a:off x="1103376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A</a:t>
            </a:r>
            <a:endParaRPr lang="ko-KR" altLang="en-US" sz="2800" b="1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1BC1E9D-7156-7105-D3E5-B7FF2CCBBBE4}"/>
              </a:ext>
            </a:extLst>
          </p:cNvPr>
          <p:cNvSpPr/>
          <p:nvPr/>
        </p:nvSpPr>
        <p:spPr>
          <a:xfrm>
            <a:off x="5680262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M</a:t>
            </a:r>
            <a:endParaRPr lang="ko-KR" altLang="en-US" sz="2800" b="1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8C6C680-0A98-3E6A-82A9-78A695F6FADB}"/>
              </a:ext>
            </a:extLst>
          </p:cNvPr>
          <p:cNvSpPr/>
          <p:nvPr/>
        </p:nvSpPr>
        <p:spPr>
          <a:xfrm>
            <a:off x="7052684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J</a:t>
            </a:r>
            <a:endParaRPr lang="ko-KR" altLang="en-US" sz="2800" b="1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6AE6712-0351-873B-CA47-FAF8CFE8ACA2}"/>
              </a:ext>
            </a:extLst>
          </p:cNvPr>
          <p:cNvSpPr/>
          <p:nvPr/>
        </p:nvSpPr>
        <p:spPr>
          <a:xfrm>
            <a:off x="8702040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G</a:t>
            </a:r>
            <a:endParaRPr lang="ko-KR" altLang="en-US" sz="2800" b="1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3DEDA32-8D01-4FC9-4FAE-D7721AFA91AE}"/>
              </a:ext>
            </a:extLst>
          </p:cNvPr>
          <p:cNvSpPr/>
          <p:nvPr/>
        </p:nvSpPr>
        <p:spPr>
          <a:xfrm>
            <a:off x="10074462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B</a:t>
            </a:r>
            <a:endParaRPr lang="ko-KR" altLang="en-US" sz="2800" b="1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31A13822-A30E-9EF0-32C0-19BFDF8A229C}"/>
              </a:ext>
            </a:extLst>
          </p:cNvPr>
          <p:cNvSpPr/>
          <p:nvPr/>
        </p:nvSpPr>
        <p:spPr>
          <a:xfrm>
            <a:off x="5669280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N</a:t>
            </a:r>
            <a:endParaRPr lang="ko-KR" altLang="en-US" sz="2800" b="1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CD68A45-0AD2-40A5-B139-A4BCC7F699D1}"/>
              </a:ext>
            </a:extLst>
          </p:cNvPr>
          <p:cNvSpPr/>
          <p:nvPr/>
        </p:nvSpPr>
        <p:spPr>
          <a:xfrm>
            <a:off x="7052684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K</a:t>
            </a:r>
            <a:endParaRPr lang="ko-KR" altLang="en-US" sz="2800" b="1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DE583B1-FC53-7C0D-8440-258AB411BE35}"/>
              </a:ext>
            </a:extLst>
          </p:cNvPr>
          <p:cNvSpPr/>
          <p:nvPr/>
        </p:nvSpPr>
        <p:spPr>
          <a:xfrm>
            <a:off x="5680262" y="4938750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O</a:t>
            </a:r>
            <a:endParaRPr lang="ko-KR" altLang="en-US" sz="2800" b="1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F79A338-26ED-E727-8833-389CBCDEF21E}"/>
              </a:ext>
            </a:extLst>
          </p:cNvPr>
          <p:cNvSpPr/>
          <p:nvPr/>
        </p:nvSpPr>
        <p:spPr>
          <a:xfrm>
            <a:off x="7052684" y="4948910"/>
            <a:ext cx="853440" cy="853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L</a:t>
            </a:r>
            <a:endParaRPr lang="ko-KR" altLang="en-US" sz="2800" b="1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7E7046B-70B2-1CB8-D3CD-0610E74CF885}"/>
              </a:ext>
            </a:extLst>
          </p:cNvPr>
          <p:cNvCxnSpPr>
            <a:stCxn id="13" idx="3"/>
            <a:endCxn id="14" idx="7"/>
          </p:cNvCxnSpPr>
          <p:nvPr/>
        </p:nvCxnSpPr>
        <p:spPr>
          <a:xfrm flipH="1">
            <a:off x="7144497" y="1116693"/>
            <a:ext cx="1504726" cy="55476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FD5F07B-F75E-2920-2FC3-4E609AE3A9FE}"/>
              </a:ext>
            </a:extLst>
          </p:cNvPr>
          <p:cNvCxnSpPr>
            <a:cxnSpLocks/>
            <a:stCxn id="13" idx="4"/>
            <a:endCxn id="15" idx="0"/>
          </p:cNvCxnSpPr>
          <p:nvPr/>
        </p:nvCxnSpPr>
        <p:spPr>
          <a:xfrm>
            <a:off x="8950960" y="1241676"/>
            <a:ext cx="853440" cy="3048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D70E0E9-5BB3-E423-1013-19FC1AC9C519}"/>
              </a:ext>
            </a:extLst>
          </p:cNvPr>
          <p:cNvCxnSpPr>
            <a:cxnSpLocks/>
            <a:stCxn id="13" idx="5"/>
            <a:endCxn id="16" idx="0"/>
          </p:cNvCxnSpPr>
          <p:nvPr/>
        </p:nvCxnSpPr>
        <p:spPr>
          <a:xfrm>
            <a:off x="9252697" y="1116693"/>
            <a:ext cx="2207783" cy="42978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177D719-745C-B1E6-A99A-331287BD01D3}"/>
              </a:ext>
            </a:extLst>
          </p:cNvPr>
          <p:cNvCxnSpPr>
            <a:cxnSpLocks/>
            <a:stCxn id="17" idx="0"/>
            <a:endCxn id="14" idx="3"/>
          </p:cNvCxnSpPr>
          <p:nvPr/>
        </p:nvCxnSpPr>
        <p:spPr>
          <a:xfrm flipV="1">
            <a:off x="6106982" y="2274933"/>
            <a:ext cx="434041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82F04BD-707D-2EE6-9E6B-07345F35241E}"/>
              </a:ext>
            </a:extLst>
          </p:cNvPr>
          <p:cNvCxnSpPr>
            <a:cxnSpLocks/>
            <a:stCxn id="18" idx="0"/>
            <a:endCxn id="14" idx="5"/>
          </p:cNvCxnSpPr>
          <p:nvPr/>
        </p:nvCxnSpPr>
        <p:spPr>
          <a:xfrm flipH="1" flipV="1">
            <a:off x="7144497" y="2274933"/>
            <a:ext cx="334907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5F74B52F-2859-AE5C-E8E9-33D1777416CF}"/>
              </a:ext>
            </a:extLst>
          </p:cNvPr>
          <p:cNvCxnSpPr>
            <a:cxnSpLocks/>
            <a:stCxn id="6" idx="0"/>
            <a:endCxn id="15" idx="3"/>
          </p:cNvCxnSpPr>
          <p:nvPr/>
        </p:nvCxnSpPr>
        <p:spPr>
          <a:xfrm flipV="1">
            <a:off x="9128760" y="2274933"/>
            <a:ext cx="373903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2A0ED83-F216-8C8B-6426-966E4A47EAD8}"/>
              </a:ext>
            </a:extLst>
          </p:cNvPr>
          <p:cNvCxnSpPr>
            <a:cxnSpLocks/>
            <a:stCxn id="7" idx="0"/>
            <a:endCxn id="15" idx="5"/>
          </p:cNvCxnSpPr>
          <p:nvPr/>
        </p:nvCxnSpPr>
        <p:spPr>
          <a:xfrm flipH="1" flipV="1">
            <a:off x="10106137" y="2274933"/>
            <a:ext cx="395045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A5B82D02-2443-B9D4-FC4F-4A5B1F80547B}"/>
              </a:ext>
            </a:extLst>
          </p:cNvPr>
          <p:cNvCxnSpPr>
            <a:cxnSpLocks/>
            <a:stCxn id="8" idx="0"/>
            <a:endCxn id="18" idx="4"/>
          </p:cNvCxnSpPr>
          <p:nvPr/>
        </p:nvCxnSpPr>
        <p:spPr>
          <a:xfrm flipV="1">
            <a:off x="7479404" y="3520514"/>
            <a:ext cx="0" cy="28747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29BE373-DEF7-9FD1-DA92-A26FBA8141C0}"/>
              </a:ext>
            </a:extLst>
          </p:cNvPr>
          <p:cNvCxnSpPr>
            <a:cxnSpLocks/>
            <a:stCxn id="2" idx="0"/>
            <a:endCxn id="17" idx="4"/>
          </p:cNvCxnSpPr>
          <p:nvPr/>
        </p:nvCxnSpPr>
        <p:spPr>
          <a:xfrm flipV="1">
            <a:off x="6096000" y="3530674"/>
            <a:ext cx="10982" cy="27731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EA587FC-E5B0-B9A5-ADAB-35B992D5D6EE}"/>
              </a:ext>
            </a:extLst>
          </p:cNvPr>
          <p:cNvCxnSpPr>
            <a:cxnSpLocks/>
            <a:stCxn id="2" idx="4"/>
            <a:endCxn id="10" idx="0"/>
          </p:cNvCxnSpPr>
          <p:nvPr/>
        </p:nvCxnSpPr>
        <p:spPr>
          <a:xfrm>
            <a:off x="6096000" y="4661432"/>
            <a:ext cx="10982" cy="27731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CAC9F34-C75C-7A96-305D-085954195A94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>
            <a:off x="7479404" y="4661432"/>
            <a:ext cx="0" cy="28747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타원 59">
            <a:extLst>
              <a:ext uri="{FF2B5EF4-FFF2-40B4-BE49-F238E27FC236}">
                <a16:creationId xmlns:a16="http://schemas.microsoft.com/office/drawing/2014/main" id="{9580389D-5465-BDE2-3D71-6F3E8A8802DE}"/>
              </a:ext>
            </a:extLst>
          </p:cNvPr>
          <p:cNvSpPr/>
          <p:nvPr/>
        </p:nvSpPr>
        <p:spPr>
          <a:xfrm>
            <a:off x="8222503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H</a:t>
            </a:r>
            <a:endParaRPr lang="ko-KR" altLang="en-US" sz="2800" b="1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C2AB7AC-975D-EEA7-9712-0FB9F1564E43}"/>
              </a:ext>
            </a:extLst>
          </p:cNvPr>
          <p:cNvCxnSpPr>
            <a:cxnSpLocks/>
            <a:endCxn id="60" idx="0"/>
          </p:cNvCxnSpPr>
          <p:nvPr/>
        </p:nvCxnSpPr>
        <p:spPr>
          <a:xfrm flipH="1">
            <a:off x="8649223" y="3405691"/>
            <a:ext cx="177800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E046ADF4-279F-FE66-436A-2627C2E2887C}"/>
              </a:ext>
            </a:extLst>
          </p:cNvPr>
          <p:cNvSpPr/>
          <p:nvPr/>
        </p:nvSpPr>
        <p:spPr>
          <a:xfrm>
            <a:off x="9257777" y="379783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C</a:t>
            </a:r>
            <a:endParaRPr lang="ko-KR" altLang="en-US" sz="2800" b="1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BDE18C6-F65F-29A0-27C1-FE6448DB4BE6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9430497" y="3405691"/>
            <a:ext cx="254000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5992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24167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N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O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P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I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J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K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L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E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G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H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A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B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C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D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sp>
        <p:nvSpPr>
          <p:cNvPr id="13" name="타원 12">
            <a:extLst>
              <a:ext uri="{FF2B5EF4-FFF2-40B4-BE49-F238E27FC236}">
                <a16:creationId xmlns:a16="http://schemas.microsoft.com/office/drawing/2014/main" id="{8BC6DAFF-7804-D1A1-3F7E-929DF360308D}"/>
              </a:ext>
            </a:extLst>
          </p:cNvPr>
          <p:cNvSpPr/>
          <p:nvPr/>
        </p:nvSpPr>
        <p:spPr>
          <a:xfrm>
            <a:off x="8524240" y="388236"/>
            <a:ext cx="853440" cy="85344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E</a:t>
            </a:r>
            <a:endParaRPr lang="ko-KR" altLang="en-US" sz="2800" b="1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3658AE3-9F73-0C35-7A52-E0BF417797F7}"/>
              </a:ext>
            </a:extLst>
          </p:cNvPr>
          <p:cNvSpPr/>
          <p:nvPr/>
        </p:nvSpPr>
        <p:spPr>
          <a:xfrm>
            <a:off x="641604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I</a:t>
            </a:r>
            <a:endParaRPr lang="ko-KR" altLang="en-US" sz="2800" b="1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FD20B35-0C24-A41D-8B61-9999FD556406}"/>
              </a:ext>
            </a:extLst>
          </p:cNvPr>
          <p:cNvSpPr/>
          <p:nvPr/>
        </p:nvSpPr>
        <p:spPr>
          <a:xfrm>
            <a:off x="937768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F</a:t>
            </a:r>
            <a:endParaRPr lang="ko-KR" altLang="en-US" sz="2800" b="1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AC20ECF-101C-B4F6-68F0-78DA6E85443F}"/>
              </a:ext>
            </a:extLst>
          </p:cNvPr>
          <p:cNvSpPr/>
          <p:nvPr/>
        </p:nvSpPr>
        <p:spPr>
          <a:xfrm>
            <a:off x="11033760" y="1546476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A</a:t>
            </a:r>
            <a:endParaRPr lang="ko-KR" altLang="en-US" sz="2800" b="1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1BC1E9D-7156-7105-D3E5-B7FF2CCBBBE4}"/>
              </a:ext>
            </a:extLst>
          </p:cNvPr>
          <p:cNvSpPr/>
          <p:nvPr/>
        </p:nvSpPr>
        <p:spPr>
          <a:xfrm>
            <a:off x="5680262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M</a:t>
            </a:r>
            <a:endParaRPr lang="ko-KR" altLang="en-US" sz="2800" b="1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8C6C680-0A98-3E6A-82A9-78A695F6FADB}"/>
              </a:ext>
            </a:extLst>
          </p:cNvPr>
          <p:cNvSpPr/>
          <p:nvPr/>
        </p:nvSpPr>
        <p:spPr>
          <a:xfrm>
            <a:off x="7052684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J</a:t>
            </a:r>
            <a:endParaRPr lang="ko-KR" altLang="en-US" sz="2800" b="1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6AE6712-0351-873B-CA47-FAF8CFE8ACA2}"/>
              </a:ext>
            </a:extLst>
          </p:cNvPr>
          <p:cNvSpPr/>
          <p:nvPr/>
        </p:nvSpPr>
        <p:spPr>
          <a:xfrm>
            <a:off x="8702040" y="267723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G</a:t>
            </a:r>
            <a:endParaRPr lang="ko-KR" altLang="en-US" sz="2800" b="1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3DEDA32-8D01-4FC9-4FAE-D7721AFA91AE}"/>
              </a:ext>
            </a:extLst>
          </p:cNvPr>
          <p:cNvSpPr/>
          <p:nvPr/>
        </p:nvSpPr>
        <p:spPr>
          <a:xfrm>
            <a:off x="10074462" y="2667074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B</a:t>
            </a:r>
            <a:endParaRPr lang="ko-KR" altLang="en-US" sz="2800" b="1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31A13822-A30E-9EF0-32C0-19BFDF8A229C}"/>
              </a:ext>
            </a:extLst>
          </p:cNvPr>
          <p:cNvSpPr/>
          <p:nvPr/>
        </p:nvSpPr>
        <p:spPr>
          <a:xfrm>
            <a:off x="5669280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N</a:t>
            </a:r>
            <a:endParaRPr lang="ko-KR" altLang="en-US" sz="2800" b="1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CD68A45-0AD2-40A5-B139-A4BCC7F699D1}"/>
              </a:ext>
            </a:extLst>
          </p:cNvPr>
          <p:cNvSpPr/>
          <p:nvPr/>
        </p:nvSpPr>
        <p:spPr>
          <a:xfrm>
            <a:off x="7052684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K</a:t>
            </a:r>
            <a:endParaRPr lang="ko-KR" altLang="en-US" sz="2800" b="1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DE583B1-FC53-7C0D-8440-258AB411BE35}"/>
              </a:ext>
            </a:extLst>
          </p:cNvPr>
          <p:cNvSpPr/>
          <p:nvPr/>
        </p:nvSpPr>
        <p:spPr>
          <a:xfrm>
            <a:off x="5680262" y="4938750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O</a:t>
            </a:r>
            <a:endParaRPr lang="ko-KR" altLang="en-US" sz="2800" b="1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F79A338-26ED-E727-8833-389CBCDEF21E}"/>
              </a:ext>
            </a:extLst>
          </p:cNvPr>
          <p:cNvSpPr/>
          <p:nvPr/>
        </p:nvSpPr>
        <p:spPr>
          <a:xfrm>
            <a:off x="7052684" y="4948910"/>
            <a:ext cx="853440" cy="853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L</a:t>
            </a:r>
            <a:endParaRPr lang="ko-KR" altLang="en-US" sz="2800" b="1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7E7046B-70B2-1CB8-D3CD-0610E74CF885}"/>
              </a:ext>
            </a:extLst>
          </p:cNvPr>
          <p:cNvCxnSpPr>
            <a:stCxn id="13" idx="3"/>
            <a:endCxn id="14" idx="7"/>
          </p:cNvCxnSpPr>
          <p:nvPr/>
        </p:nvCxnSpPr>
        <p:spPr>
          <a:xfrm flipH="1">
            <a:off x="7144497" y="1116693"/>
            <a:ext cx="1504726" cy="554766"/>
          </a:xfrm>
          <a:prstGeom prst="line">
            <a:avLst/>
          </a:prstGeom>
          <a:ln w="38100">
            <a:solidFill>
              <a:srgbClr val="7030A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FD5F07B-F75E-2920-2FC3-4E609AE3A9FE}"/>
              </a:ext>
            </a:extLst>
          </p:cNvPr>
          <p:cNvCxnSpPr>
            <a:cxnSpLocks/>
            <a:stCxn id="13" idx="4"/>
            <a:endCxn id="15" idx="0"/>
          </p:cNvCxnSpPr>
          <p:nvPr/>
        </p:nvCxnSpPr>
        <p:spPr>
          <a:xfrm>
            <a:off x="8950960" y="1241676"/>
            <a:ext cx="853440" cy="3048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D70E0E9-5BB3-E423-1013-19FC1AC9C519}"/>
              </a:ext>
            </a:extLst>
          </p:cNvPr>
          <p:cNvCxnSpPr>
            <a:cxnSpLocks/>
            <a:stCxn id="13" idx="5"/>
            <a:endCxn id="16" idx="0"/>
          </p:cNvCxnSpPr>
          <p:nvPr/>
        </p:nvCxnSpPr>
        <p:spPr>
          <a:xfrm>
            <a:off x="9252697" y="1116693"/>
            <a:ext cx="2207783" cy="42978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177D719-745C-B1E6-A99A-331287BD01D3}"/>
              </a:ext>
            </a:extLst>
          </p:cNvPr>
          <p:cNvCxnSpPr>
            <a:cxnSpLocks/>
            <a:stCxn id="17" idx="0"/>
            <a:endCxn id="14" idx="3"/>
          </p:cNvCxnSpPr>
          <p:nvPr/>
        </p:nvCxnSpPr>
        <p:spPr>
          <a:xfrm flipV="1">
            <a:off x="6106982" y="2274933"/>
            <a:ext cx="434041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82F04BD-707D-2EE6-9E6B-07345F35241E}"/>
              </a:ext>
            </a:extLst>
          </p:cNvPr>
          <p:cNvCxnSpPr>
            <a:cxnSpLocks/>
            <a:stCxn id="14" idx="5"/>
            <a:endCxn id="18" idx="0"/>
          </p:cNvCxnSpPr>
          <p:nvPr/>
        </p:nvCxnSpPr>
        <p:spPr>
          <a:xfrm>
            <a:off x="7144497" y="2274933"/>
            <a:ext cx="334907" cy="392141"/>
          </a:xfrm>
          <a:prstGeom prst="line">
            <a:avLst/>
          </a:prstGeom>
          <a:ln w="38100">
            <a:solidFill>
              <a:srgbClr val="7030A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5F74B52F-2859-AE5C-E8E9-33D1777416CF}"/>
              </a:ext>
            </a:extLst>
          </p:cNvPr>
          <p:cNvCxnSpPr>
            <a:cxnSpLocks/>
            <a:stCxn id="6" idx="0"/>
            <a:endCxn id="15" idx="3"/>
          </p:cNvCxnSpPr>
          <p:nvPr/>
        </p:nvCxnSpPr>
        <p:spPr>
          <a:xfrm flipV="1">
            <a:off x="9128760" y="2274933"/>
            <a:ext cx="373903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2A0ED83-F216-8C8B-6426-966E4A47EAD8}"/>
              </a:ext>
            </a:extLst>
          </p:cNvPr>
          <p:cNvCxnSpPr>
            <a:cxnSpLocks/>
            <a:stCxn id="7" idx="0"/>
            <a:endCxn id="15" idx="5"/>
          </p:cNvCxnSpPr>
          <p:nvPr/>
        </p:nvCxnSpPr>
        <p:spPr>
          <a:xfrm flipH="1" flipV="1">
            <a:off x="10106137" y="2274933"/>
            <a:ext cx="395045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A5B82D02-2443-B9D4-FC4F-4A5B1F80547B}"/>
              </a:ext>
            </a:extLst>
          </p:cNvPr>
          <p:cNvCxnSpPr>
            <a:cxnSpLocks/>
            <a:stCxn id="18" idx="4"/>
            <a:endCxn id="8" idx="0"/>
          </p:cNvCxnSpPr>
          <p:nvPr/>
        </p:nvCxnSpPr>
        <p:spPr>
          <a:xfrm>
            <a:off x="7479404" y="3520514"/>
            <a:ext cx="0" cy="287478"/>
          </a:xfrm>
          <a:prstGeom prst="line">
            <a:avLst/>
          </a:prstGeom>
          <a:ln w="38100">
            <a:solidFill>
              <a:srgbClr val="7030A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29BE373-DEF7-9FD1-DA92-A26FBA8141C0}"/>
              </a:ext>
            </a:extLst>
          </p:cNvPr>
          <p:cNvCxnSpPr>
            <a:cxnSpLocks/>
            <a:stCxn id="2" idx="0"/>
            <a:endCxn id="17" idx="4"/>
          </p:cNvCxnSpPr>
          <p:nvPr/>
        </p:nvCxnSpPr>
        <p:spPr>
          <a:xfrm flipV="1">
            <a:off x="6096000" y="3530674"/>
            <a:ext cx="10982" cy="27731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EA587FC-E5B0-B9A5-ADAB-35B992D5D6EE}"/>
              </a:ext>
            </a:extLst>
          </p:cNvPr>
          <p:cNvCxnSpPr>
            <a:cxnSpLocks/>
            <a:stCxn id="2" idx="4"/>
            <a:endCxn id="10" idx="0"/>
          </p:cNvCxnSpPr>
          <p:nvPr/>
        </p:nvCxnSpPr>
        <p:spPr>
          <a:xfrm>
            <a:off x="6096000" y="4661432"/>
            <a:ext cx="10982" cy="27731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CAC9F34-C75C-7A96-305D-085954195A94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>
            <a:off x="7479404" y="4661432"/>
            <a:ext cx="0" cy="287478"/>
          </a:xfrm>
          <a:prstGeom prst="line">
            <a:avLst/>
          </a:prstGeom>
          <a:ln w="38100">
            <a:solidFill>
              <a:srgbClr val="7030A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타원 59">
            <a:extLst>
              <a:ext uri="{FF2B5EF4-FFF2-40B4-BE49-F238E27FC236}">
                <a16:creationId xmlns:a16="http://schemas.microsoft.com/office/drawing/2014/main" id="{9580389D-5465-BDE2-3D71-6F3E8A8802DE}"/>
              </a:ext>
            </a:extLst>
          </p:cNvPr>
          <p:cNvSpPr/>
          <p:nvPr/>
        </p:nvSpPr>
        <p:spPr>
          <a:xfrm>
            <a:off x="8222503" y="380799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H</a:t>
            </a:r>
            <a:endParaRPr lang="ko-KR" altLang="en-US" sz="2800" b="1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C2AB7AC-975D-EEA7-9712-0FB9F1564E43}"/>
              </a:ext>
            </a:extLst>
          </p:cNvPr>
          <p:cNvCxnSpPr>
            <a:cxnSpLocks/>
            <a:endCxn id="60" idx="0"/>
          </p:cNvCxnSpPr>
          <p:nvPr/>
        </p:nvCxnSpPr>
        <p:spPr>
          <a:xfrm flipH="1">
            <a:off x="8649223" y="3405691"/>
            <a:ext cx="177800" cy="40230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E046ADF4-279F-FE66-436A-2627C2E2887C}"/>
              </a:ext>
            </a:extLst>
          </p:cNvPr>
          <p:cNvSpPr/>
          <p:nvPr/>
        </p:nvSpPr>
        <p:spPr>
          <a:xfrm>
            <a:off x="9257777" y="3797832"/>
            <a:ext cx="853440" cy="853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C</a:t>
            </a:r>
            <a:endParaRPr lang="ko-KR" altLang="en-US" sz="2800" b="1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BDE18C6-F65F-29A0-27C1-FE6448DB4BE6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9430497" y="3405691"/>
            <a:ext cx="254000" cy="39214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7820937-6E1B-7835-5088-1FD56EB7B623}"/>
              </a:ext>
            </a:extLst>
          </p:cNvPr>
          <p:cNvCxnSpPr>
            <a:cxnSpLocks/>
          </p:cNvCxnSpPr>
          <p:nvPr/>
        </p:nvCxnSpPr>
        <p:spPr>
          <a:xfrm flipH="1">
            <a:off x="873760" y="3093794"/>
            <a:ext cx="3576320" cy="1016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D9D0EB0-14FF-EA03-2398-A8717B0848B1}"/>
              </a:ext>
            </a:extLst>
          </p:cNvPr>
          <p:cNvCxnSpPr>
            <a:cxnSpLocks/>
          </p:cNvCxnSpPr>
          <p:nvPr/>
        </p:nvCxnSpPr>
        <p:spPr>
          <a:xfrm flipV="1">
            <a:off x="873760" y="3103954"/>
            <a:ext cx="0" cy="560299"/>
          </a:xfrm>
          <a:prstGeom prst="line">
            <a:avLst/>
          </a:prstGeom>
          <a:ln w="38100">
            <a:solidFill>
              <a:srgbClr val="7030A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95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C85A5-CB64-D325-DA7A-003005F08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060" y="2138204"/>
            <a:ext cx="4171880" cy="2439351"/>
          </a:xfrm>
        </p:spPr>
        <p:txBody>
          <a:bodyPr anchor="ctr"/>
          <a:lstStyle/>
          <a:p>
            <a:pPr algn="ctr"/>
            <a:r>
              <a:rPr lang="ko-KR" altLang="en-US" sz="9600" dirty="0"/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20541265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547960"/>
              </p:ext>
            </p:extLst>
          </p:nvPr>
        </p:nvGraphicFramePr>
        <p:xfrm>
          <a:off x="3657600" y="57111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J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K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L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H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I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D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E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G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A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B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C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9416867B-B8A8-FC79-203D-686B5614F056}"/>
              </a:ext>
            </a:extLst>
          </p:cNvPr>
          <p:cNvGrpSpPr/>
          <p:nvPr/>
        </p:nvGrpSpPr>
        <p:grpSpPr>
          <a:xfrm>
            <a:off x="4720814" y="5468061"/>
            <a:ext cx="4961666" cy="808500"/>
            <a:chOff x="3961496" y="5596226"/>
            <a:chExt cx="3361182" cy="600516"/>
          </a:xfrm>
        </p:grpSpPr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BABF189D-744D-7ACB-569E-9A05996019AD}"/>
                </a:ext>
              </a:extLst>
            </p:cNvPr>
            <p:cNvSpPr/>
            <p:nvPr/>
          </p:nvSpPr>
          <p:spPr>
            <a:xfrm rot="16200000">
              <a:off x="3828471" y="5729251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id="{8C013086-93E3-56CC-6C79-1EA9C839C66D}"/>
                </a:ext>
              </a:extLst>
            </p:cNvPr>
            <p:cNvSpPr/>
            <p:nvPr/>
          </p:nvSpPr>
          <p:spPr>
            <a:xfrm>
              <a:off x="4789099" y="5732934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2DBD19D0-B98B-715C-8A77-3101BE215A63}"/>
                </a:ext>
              </a:extLst>
            </p:cNvPr>
            <p:cNvSpPr/>
            <p:nvPr/>
          </p:nvSpPr>
          <p:spPr>
            <a:xfrm rot="5400000">
              <a:off x="5795742" y="5729251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192C4436-C6F7-8F59-3022-FB9A1A082776}"/>
                </a:ext>
              </a:extLst>
            </p:cNvPr>
            <p:cNvSpPr/>
            <p:nvPr/>
          </p:nvSpPr>
          <p:spPr>
            <a:xfrm rot="10800000">
              <a:off x="6722162" y="5729250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60C7E72-9472-CE85-8A9C-153B691E06B5}"/>
              </a:ext>
            </a:extLst>
          </p:cNvPr>
          <p:cNvSpPr txBox="1"/>
          <p:nvPr/>
        </p:nvSpPr>
        <p:spPr>
          <a:xfrm>
            <a:off x="2006395" y="5353720"/>
            <a:ext cx="2316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순서 </a:t>
            </a:r>
            <a:r>
              <a:rPr lang="en-US" altLang="ko-KR" sz="6000" b="1" dirty="0"/>
              <a:t>:</a:t>
            </a:r>
            <a:endParaRPr lang="ko-KR" altLang="en-US" sz="6000" b="1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7DF937E-D037-A199-E7F9-6D797B617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20" y="214297"/>
            <a:ext cx="2818896" cy="1681956"/>
          </a:xfrm>
        </p:spPr>
        <p:txBody>
          <a:bodyPr anchor="ctr"/>
          <a:lstStyle/>
          <a:p>
            <a:pPr algn="ctr"/>
            <a:r>
              <a:rPr lang="ko-KR" altLang="en-US" sz="4800" dirty="0"/>
              <a:t>실습 </a:t>
            </a:r>
            <a:r>
              <a:rPr lang="en-US" altLang="ko-KR" sz="4800" dirty="0"/>
              <a:t>1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014215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/>
        </p:nvGraphicFramePr>
        <p:xfrm>
          <a:off x="3657600" y="57111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J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K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L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H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I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D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E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G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A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B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C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9416867B-B8A8-FC79-203D-686B5614F056}"/>
              </a:ext>
            </a:extLst>
          </p:cNvPr>
          <p:cNvGrpSpPr/>
          <p:nvPr/>
        </p:nvGrpSpPr>
        <p:grpSpPr>
          <a:xfrm>
            <a:off x="4720814" y="5468057"/>
            <a:ext cx="4717576" cy="818822"/>
            <a:chOff x="3961496" y="5596226"/>
            <a:chExt cx="3195828" cy="608183"/>
          </a:xfrm>
        </p:grpSpPr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BABF189D-744D-7ACB-569E-9A05996019AD}"/>
                </a:ext>
              </a:extLst>
            </p:cNvPr>
            <p:cNvSpPr/>
            <p:nvPr/>
          </p:nvSpPr>
          <p:spPr>
            <a:xfrm rot="16200000">
              <a:off x="3828471" y="5729251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id="{8C013086-93E3-56CC-6C79-1EA9C839C66D}"/>
                </a:ext>
              </a:extLst>
            </p:cNvPr>
            <p:cNvSpPr/>
            <p:nvPr/>
          </p:nvSpPr>
          <p:spPr>
            <a:xfrm>
              <a:off x="6556808" y="5729251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2DBD19D0-B98B-715C-8A77-3101BE215A63}"/>
                </a:ext>
              </a:extLst>
            </p:cNvPr>
            <p:cNvSpPr/>
            <p:nvPr/>
          </p:nvSpPr>
          <p:spPr>
            <a:xfrm rot="5400000">
              <a:off x="4760064" y="5736918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192C4436-C6F7-8F59-3022-FB9A1A082776}"/>
                </a:ext>
              </a:extLst>
            </p:cNvPr>
            <p:cNvSpPr/>
            <p:nvPr/>
          </p:nvSpPr>
          <p:spPr>
            <a:xfrm rot="10800000">
              <a:off x="5591924" y="5729250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60C7E72-9472-CE85-8A9C-153B691E06B5}"/>
              </a:ext>
            </a:extLst>
          </p:cNvPr>
          <p:cNvSpPr txBox="1"/>
          <p:nvPr/>
        </p:nvSpPr>
        <p:spPr>
          <a:xfrm>
            <a:off x="2006395" y="5353720"/>
            <a:ext cx="2316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순서 </a:t>
            </a:r>
            <a:r>
              <a:rPr lang="en-US" altLang="ko-KR" sz="6000" b="1" dirty="0"/>
              <a:t>:</a:t>
            </a:r>
            <a:endParaRPr lang="ko-KR" altLang="en-US" sz="6000" b="1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7DF937E-D037-A199-E7F9-6D797B617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20" y="214297"/>
            <a:ext cx="2818896" cy="1681956"/>
          </a:xfrm>
        </p:spPr>
        <p:txBody>
          <a:bodyPr anchor="ctr"/>
          <a:lstStyle/>
          <a:p>
            <a:pPr algn="ctr"/>
            <a:r>
              <a:rPr lang="ko-KR" altLang="en-US" sz="4800" dirty="0"/>
              <a:t>실습 </a:t>
            </a:r>
            <a:r>
              <a:rPr lang="en-US" altLang="ko-KR" sz="4800" dirty="0"/>
              <a:t>2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956240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84101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45717D-FECE-521C-C412-860A704D9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371874"/>
              </p:ext>
            </p:extLst>
          </p:nvPr>
        </p:nvGraphicFramePr>
        <p:xfrm>
          <a:off x="3657600" y="571116"/>
          <a:ext cx="4856480" cy="437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20">
                  <a:extLst>
                    <a:ext uri="{9D8B030D-6E8A-4147-A177-3AD203B41FA5}">
                      <a16:colId xmlns:a16="http://schemas.microsoft.com/office/drawing/2014/main" val="4614634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1419887136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187670529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808018477"/>
                    </a:ext>
                  </a:extLst>
                </a:gridCol>
              </a:tblGrid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0,3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1,3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2,3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/>
                        <a:t>3,3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1266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0,2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1,2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2,2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3,2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5351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0,1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1,1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2,1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3,1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6303"/>
                  </a:ext>
                </a:extLst>
              </a:tr>
              <a:tr h="1093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0,0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1,0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2,0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3,0</a:t>
                      </a:r>
                      <a:endParaRPr lang="ko-KR" altLang="en-US" sz="36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370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9416867B-B8A8-FC79-203D-686B5614F056}"/>
              </a:ext>
            </a:extLst>
          </p:cNvPr>
          <p:cNvGrpSpPr/>
          <p:nvPr/>
        </p:nvGrpSpPr>
        <p:grpSpPr>
          <a:xfrm>
            <a:off x="4720814" y="5468061"/>
            <a:ext cx="4961666" cy="808500"/>
            <a:chOff x="3961496" y="5596226"/>
            <a:chExt cx="3361182" cy="600516"/>
          </a:xfrm>
        </p:grpSpPr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BABF189D-744D-7ACB-569E-9A05996019AD}"/>
                </a:ext>
              </a:extLst>
            </p:cNvPr>
            <p:cNvSpPr/>
            <p:nvPr/>
          </p:nvSpPr>
          <p:spPr>
            <a:xfrm rot="16200000">
              <a:off x="3828471" y="5729251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id="{8C013086-93E3-56CC-6C79-1EA9C839C66D}"/>
                </a:ext>
              </a:extLst>
            </p:cNvPr>
            <p:cNvSpPr/>
            <p:nvPr/>
          </p:nvSpPr>
          <p:spPr>
            <a:xfrm>
              <a:off x="4789099" y="5732934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2DBD19D0-B98B-715C-8A77-3101BE215A63}"/>
                </a:ext>
              </a:extLst>
            </p:cNvPr>
            <p:cNvSpPr/>
            <p:nvPr/>
          </p:nvSpPr>
          <p:spPr>
            <a:xfrm rot="5400000">
              <a:off x="5795742" y="5729251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192C4436-C6F7-8F59-3022-FB9A1A082776}"/>
                </a:ext>
              </a:extLst>
            </p:cNvPr>
            <p:cNvSpPr/>
            <p:nvPr/>
          </p:nvSpPr>
          <p:spPr>
            <a:xfrm rot="10800000">
              <a:off x="6722162" y="5729250"/>
              <a:ext cx="600516" cy="334466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60C7E72-9472-CE85-8A9C-153B691E06B5}"/>
              </a:ext>
            </a:extLst>
          </p:cNvPr>
          <p:cNvSpPr txBox="1"/>
          <p:nvPr/>
        </p:nvSpPr>
        <p:spPr>
          <a:xfrm>
            <a:off x="2006395" y="5353720"/>
            <a:ext cx="2316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순서 </a:t>
            </a:r>
            <a:r>
              <a:rPr lang="en-US" altLang="ko-KR" sz="6000" b="1" dirty="0"/>
              <a:t>: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869938350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AnalogousFromLightSeedRightStep">
      <a:dk1>
        <a:srgbClr val="000000"/>
      </a:dk1>
      <a:lt1>
        <a:srgbClr val="FFFFFF"/>
      </a:lt1>
      <a:dk2>
        <a:srgbClr val="412524"/>
      </a:dk2>
      <a:lt2>
        <a:srgbClr val="E2E8E8"/>
      </a:lt2>
      <a:accent1>
        <a:srgbClr val="C69896"/>
      </a:accent1>
      <a:accent2>
        <a:srgbClr val="BA9A7F"/>
      </a:accent2>
      <a:accent3>
        <a:srgbClr val="AAA480"/>
      </a:accent3>
      <a:accent4>
        <a:srgbClr val="9AAA74"/>
      </a:accent4>
      <a:accent5>
        <a:srgbClr val="8FAC82"/>
      </a:accent5>
      <a:accent6>
        <a:srgbClr val="78B07E"/>
      </a:accent6>
      <a:hlink>
        <a:srgbClr val="568D8F"/>
      </a:hlink>
      <a:folHlink>
        <a:srgbClr val="7F7F7F"/>
      </a:folHlink>
    </a:clrScheme>
    <a:fontScheme name="Frosted Leaf">
      <a:majorFont>
        <a:latin typeface="Malgun Gothic"/>
        <a:ea typeface=""/>
        <a:cs typeface=""/>
      </a:majorFont>
      <a:minorFont>
        <a:latin typeface="Malgun Gothic Semi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1110</Words>
  <Application>Microsoft Office PowerPoint</Application>
  <PresentationFormat>와이드스크린</PresentationFormat>
  <Paragraphs>644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0" baseType="lpstr">
      <vt:lpstr>Malgun Gothic Semilight</vt:lpstr>
      <vt:lpstr>Malgun Gothic</vt:lpstr>
      <vt:lpstr>Arial</vt:lpstr>
      <vt:lpstr>Wingdings</vt:lpstr>
      <vt:lpstr>FrostyVTI</vt:lpstr>
      <vt:lpstr>PowerPoint 프레젠테이션</vt:lpstr>
      <vt:lpstr>검색 알고리즘 Search Algorithms</vt:lpstr>
      <vt:lpstr>검색 알고리즘 Search Algorithms</vt:lpstr>
      <vt:lpstr>검색 알고리즘 Search Algorithms</vt:lpstr>
      <vt:lpstr>PowerPoint 프레젠테이션</vt:lpstr>
      <vt:lpstr>PowerPoint 프레젠테이션</vt:lpstr>
      <vt:lpstr>검색 알고리즘 Search Algorithms</vt:lpstr>
      <vt:lpstr>검색 알고리즘 Search Algorithms</vt:lpstr>
      <vt:lpstr>검색 알고리즘 Search Algorithms</vt:lpstr>
      <vt:lpstr>PowerPoint 프레젠테이션</vt:lpstr>
      <vt:lpstr>검색 알고리즘 Search Algorithms</vt:lpstr>
      <vt:lpstr>검색 알고리즘 Search Algorithms</vt:lpstr>
      <vt:lpstr>검색 알고리즘 Search Algorithms</vt:lpstr>
      <vt:lpstr>검색 알고리즘 Search Algorithms</vt:lpstr>
      <vt:lpstr>검색 알고리즘 Search Algorithms</vt:lpstr>
      <vt:lpstr>검색 알고리즘 Search Algorithms</vt:lpstr>
      <vt:lpstr>검색 알고리즘 Search Algorithms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</vt:lpstr>
      <vt:lpstr>실습 1</vt:lpstr>
      <vt:lpstr>실습 2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태욱 신</dc:creator>
  <cp:lastModifiedBy>김태윤</cp:lastModifiedBy>
  <cp:revision>7</cp:revision>
  <dcterms:created xsi:type="dcterms:W3CDTF">2023-10-15T13:20:55Z</dcterms:created>
  <dcterms:modified xsi:type="dcterms:W3CDTF">2023-10-15T15:49:44Z</dcterms:modified>
</cp:coreProperties>
</file>